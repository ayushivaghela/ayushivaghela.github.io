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769600" cy="15240000"/>
  <p:notesSz cx="10769600" cy="1524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95" autoAdjust="0"/>
  </p:normalViewPr>
  <p:slideViewPr>
    <p:cSldViewPr>
      <p:cViewPr>
        <p:scale>
          <a:sx n="75" d="100"/>
          <a:sy n="75" d="100"/>
        </p:scale>
        <p:origin x="225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7720" y="4724400"/>
            <a:ext cx="915416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15440" y="8534400"/>
            <a:ext cx="753872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8480" y="3505200"/>
            <a:ext cx="4684776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46344" y="3505200"/>
            <a:ext cx="4684776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34506" y="2269300"/>
            <a:ext cx="3922395" cy="0"/>
          </a:xfrm>
          <a:custGeom>
            <a:avLst/>
            <a:gdLst/>
            <a:ahLst/>
            <a:cxnLst/>
            <a:rect l="l" t="t" r="r" b="b"/>
            <a:pathLst>
              <a:path w="3922395">
                <a:moveTo>
                  <a:pt x="3921860" y="0"/>
                </a:moveTo>
                <a:lnTo>
                  <a:pt x="0" y="0"/>
                </a:lnTo>
              </a:path>
            </a:pathLst>
          </a:custGeom>
          <a:ln w="83767">
            <a:solidFill>
              <a:srgbClr val="D001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769793" y="7506472"/>
            <a:ext cx="2951480" cy="109220"/>
          </a:xfrm>
          <a:custGeom>
            <a:avLst/>
            <a:gdLst/>
            <a:ahLst/>
            <a:cxnLst/>
            <a:rect l="l" t="t" r="r" b="b"/>
            <a:pathLst>
              <a:path w="2951479" h="109220">
                <a:moveTo>
                  <a:pt x="0" y="0"/>
                </a:moveTo>
                <a:lnTo>
                  <a:pt x="0" y="108789"/>
                </a:lnTo>
                <a:lnTo>
                  <a:pt x="2950913" y="108789"/>
                </a:lnTo>
                <a:lnTo>
                  <a:pt x="29509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0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8480" y="609600"/>
            <a:ext cx="969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8480" y="3505200"/>
            <a:ext cx="969264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1664" y="14173200"/>
            <a:ext cx="3446272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8480" y="14173200"/>
            <a:ext cx="2477008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54112" y="14173200"/>
            <a:ext cx="2477008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mycareers.le.ac.uk/unauth" TargetMode="External"/><Relationship Id="rId13" Type="http://schemas.openxmlformats.org/officeDocument/2006/relationships/image" Target="../media/image4.PNG"/><Relationship Id="rId3" Type="http://schemas.openxmlformats.org/officeDocument/2006/relationships/image" Target="../media/image2.jpg"/><Relationship Id="rId7" Type="http://schemas.openxmlformats.org/officeDocument/2006/relationships/image" Target="../media/image3.png"/><Relationship Id="rId12" Type="http://schemas.openxmlformats.org/officeDocument/2006/relationships/hyperlink" Target="https://www.leicesterunion.com/opportunities/societies/findasociety/8482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niofleicester.sharepoint.com/sites/MyEmployment/SitePages/Appointments.aspx" TargetMode="External"/><Relationship Id="rId11" Type="http://schemas.openxmlformats.org/officeDocument/2006/relationships/hyperlink" Target="https://www.leicesterunion.com/opportunities/societies/findasociety/7672/" TargetMode="External"/><Relationship Id="rId5" Type="http://schemas.openxmlformats.org/officeDocument/2006/relationships/hyperlink" Target="https://uniofleicester.sharepoint.com/sites/MyEmployment/SitePages/Workshops-and-Events.aspx" TargetMode="External"/><Relationship Id="rId10" Type="http://schemas.openxmlformats.org/officeDocument/2006/relationships/hyperlink" Target="https://www.leicesterunion.com/opportunities/societies/findasociety/6594/" TargetMode="External"/><Relationship Id="rId4" Type="http://schemas.openxmlformats.org/officeDocument/2006/relationships/hyperlink" Target="https://uniofleicester.sharepoint.com/sites/MyEmployment/SitePages/My-Student-Journey.aspx" TargetMode="External"/><Relationship Id="rId9" Type="http://schemas.openxmlformats.org/officeDocument/2006/relationships/hyperlink" Target="mailto:jd465@le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6068" y="2697172"/>
            <a:ext cx="225744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20" dirty="0">
                <a:latin typeface="Arial Black" panose="020B0A04020102020204" pitchFamily="34" charset="0"/>
                <a:cs typeface="Tahoma"/>
              </a:rPr>
              <a:t>Get</a:t>
            </a:r>
            <a:r>
              <a:rPr sz="2400" b="1" spc="-254" dirty="0">
                <a:latin typeface="Arial Black" panose="020B0A04020102020204" pitchFamily="34" charset="0"/>
                <a:cs typeface="Tahoma"/>
              </a:rPr>
              <a:t> </a:t>
            </a:r>
            <a:r>
              <a:rPr sz="2400" b="1" spc="-130" dirty="0">
                <a:latin typeface="Arial Black" panose="020B0A04020102020204" pitchFamily="34" charset="0"/>
                <a:cs typeface="Tahoma"/>
              </a:rPr>
              <a:t>started</a:t>
            </a:r>
            <a:endParaRPr sz="2400" dirty="0">
              <a:latin typeface="Arial Black" panose="020B0A04020102020204" pitchFamily="34" charset="0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7010" y="2691874"/>
            <a:ext cx="257987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60" dirty="0">
                <a:latin typeface="Arial Black" panose="020B0A04020102020204" pitchFamily="34" charset="0"/>
                <a:cs typeface="Palatino Linotype"/>
              </a:rPr>
              <a:t>Get</a:t>
            </a:r>
            <a:r>
              <a:rPr sz="2400" spc="-105" dirty="0">
                <a:latin typeface="Arial Black" panose="020B0A04020102020204" pitchFamily="34" charset="0"/>
                <a:cs typeface="Palatino Linotype"/>
              </a:rPr>
              <a:t> </a:t>
            </a:r>
            <a:r>
              <a:rPr sz="2400" spc="-45" dirty="0">
                <a:latin typeface="Arial Black" panose="020B0A04020102020204" pitchFamily="34" charset="0"/>
                <a:cs typeface="Palatino Linotype"/>
              </a:rPr>
              <a:t>experience</a:t>
            </a:r>
            <a:endParaRPr sz="2400" dirty="0">
              <a:latin typeface="Arial Black" panose="020B0A04020102020204" pitchFamily="34" charset="0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3955" y="2691240"/>
            <a:ext cx="4162708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60" dirty="0">
                <a:latin typeface="Arial Black" panose="020B0A04020102020204" pitchFamily="34" charset="0"/>
                <a:cs typeface="Palatino Linotype"/>
              </a:rPr>
              <a:t>Get</a:t>
            </a:r>
            <a:r>
              <a:rPr sz="2200" spc="-105" dirty="0">
                <a:latin typeface="Arial Black" panose="020B0A04020102020204" pitchFamily="34" charset="0"/>
                <a:cs typeface="Palatino Linotype"/>
              </a:rPr>
              <a:t> </a:t>
            </a:r>
            <a:r>
              <a:rPr sz="2200" spc="-65" dirty="0">
                <a:latin typeface="Arial Black" panose="020B0A04020102020204" pitchFamily="34" charset="0"/>
                <a:cs typeface="Palatino Linotype"/>
              </a:rPr>
              <a:t>Graduate</a:t>
            </a:r>
            <a:r>
              <a:rPr sz="2200" spc="-105" dirty="0">
                <a:latin typeface="Arial Black" panose="020B0A04020102020204" pitchFamily="34" charset="0"/>
                <a:cs typeface="Palatino Linotype"/>
              </a:rPr>
              <a:t> </a:t>
            </a:r>
            <a:r>
              <a:rPr sz="2200" spc="-20" dirty="0">
                <a:latin typeface="Arial Black" panose="020B0A04020102020204" pitchFamily="34" charset="0"/>
                <a:cs typeface="Palatino Linotype"/>
              </a:rPr>
              <a:t>Ready</a:t>
            </a:r>
            <a:endParaRPr sz="2200" dirty="0">
              <a:latin typeface="Arial Black" panose="020B0A04020102020204" pitchFamily="34" charset="0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8053" y="3118693"/>
            <a:ext cx="9999326" cy="2580"/>
            <a:chOff x="478053" y="3118693"/>
            <a:chExt cx="9999326" cy="2580"/>
          </a:xfrm>
        </p:grpSpPr>
        <p:sp>
          <p:nvSpPr>
            <p:cNvPr id="6" name="object 6"/>
            <p:cNvSpPr/>
            <p:nvPr/>
          </p:nvSpPr>
          <p:spPr>
            <a:xfrm>
              <a:off x="478053" y="3120810"/>
              <a:ext cx="2770505" cy="0"/>
            </a:xfrm>
            <a:custGeom>
              <a:avLst/>
              <a:gdLst/>
              <a:ahLst/>
              <a:cxnLst/>
              <a:rect l="l" t="t" r="r" b="b"/>
              <a:pathLst>
                <a:path w="2770505">
                  <a:moveTo>
                    <a:pt x="0" y="0"/>
                  </a:moveTo>
                  <a:lnTo>
                    <a:pt x="2770052" y="0"/>
                  </a:lnTo>
                </a:path>
              </a:pathLst>
            </a:custGeom>
            <a:ln w="79960">
              <a:solidFill>
                <a:srgbClr val="D001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4512" y="3121273"/>
              <a:ext cx="2770505" cy="0"/>
            </a:xfrm>
            <a:custGeom>
              <a:avLst/>
              <a:gdLst/>
              <a:ahLst/>
              <a:cxnLst/>
              <a:rect l="l" t="t" r="r" b="b"/>
              <a:pathLst>
                <a:path w="2770504">
                  <a:moveTo>
                    <a:pt x="0" y="0"/>
                  </a:moveTo>
                  <a:lnTo>
                    <a:pt x="2770052" y="0"/>
                  </a:lnTo>
                </a:path>
              </a:pathLst>
            </a:custGeom>
            <a:ln w="79960">
              <a:solidFill>
                <a:srgbClr val="D001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06874" y="3118693"/>
              <a:ext cx="2770505" cy="0"/>
            </a:xfrm>
            <a:custGeom>
              <a:avLst/>
              <a:gdLst/>
              <a:ahLst/>
              <a:cxnLst/>
              <a:rect l="l" t="t" r="r" b="b"/>
              <a:pathLst>
                <a:path w="2770504">
                  <a:moveTo>
                    <a:pt x="0" y="0"/>
                  </a:moveTo>
                  <a:lnTo>
                    <a:pt x="2770052" y="0"/>
                  </a:lnTo>
                </a:path>
              </a:pathLst>
            </a:custGeom>
            <a:ln w="79960">
              <a:solidFill>
                <a:srgbClr val="D001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039" y="1112130"/>
            <a:ext cx="6256020" cy="13849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89915">
              <a:lnSpc>
                <a:spcPts val="2620"/>
              </a:lnSpc>
              <a:spcBef>
                <a:spcPts val="400"/>
              </a:spcBef>
            </a:pPr>
            <a:r>
              <a:rPr sz="2400" spc="260" dirty="0">
                <a:latin typeface="Arial Black" panose="020B0A04020102020204" pitchFamily="34" charset="0"/>
                <a:cs typeface="Arial"/>
              </a:rPr>
              <a:t>BSc</a:t>
            </a:r>
            <a:r>
              <a:rPr sz="2400" spc="175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45" dirty="0">
                <a:latin typeface="Arial Black" panose="020B0A04020102020204" pitchFamily="34" charset="0"/>
                <a:cs typeface="Arial"/>
              </a:rPr>
              <a:t>Criminology/Criminology</a:t>
            </a:r>
            <a:r>
              <a:rPr sz="2400" spc="175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335" dirty="0">
                <a:latin typeface="Arial Black" panose="020B0A04020102020204" pitchFamily="34" charset="0"/>
                <a:cs typeface="Arial"/>
              </a:rPr>
              <a:t>with </a:t>
            </a:r>
            <a:r>
              <a:rPr sz="2400" spc="250" dirty="0">
                <a:latin typeface="Arial Black" panose="020B0A04020102020204" pitchFamily="34" charset="0"/>
                <a:cs typeface="Arial"/>
              </a:rPr>
              <a:t>Forensic</a:t>
            </a:r>
            <a:r>
              <a:rPr sz="2400" spc="155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40" dirty="0">
                <a:latin typeface="Arial Black" panose="020B0A04020102020204" pitchFamily="34" charset="0"/>
                <a:cs typeface="Arial"/>
              </a:rPr>
              <a:t>Psychology</a:t>
            </a:r>
            <a:endParaRPr sz="2400" dirty="0">
              <a:latin typeface="Arial Black" panose="020B0A04020102020204" pitchFamily="34" charset="0"/>
              <a:cs typeface="Arial"/>
            </a:endParaRPr>
          </a:p>
          <a:p>
            <a:pPr marL="12700">
              <a:lnSpc>
                <a:spcPts val="2585"/>
              </a:lnSpc>
            </a:pPr>
            <a:r>
              <a:rPr sz="2400" spc="260" dirty="0">
                <a:latin typeface="Arial Black" panose="020B0A04020102020204" pitchFamily="34" charset="0"/>
                <a:cs typeface="Arial"/>
              </a:rPr>
              <a:t>My</a:t>
            </a:r>
            <a:r>
              <a:rPr sz="2400" spc="140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75" dirty="0">
                <a:latin typeface="Arial Black" panose="020B0A04020102020204" pitchFamily="34" charset="0"/>
                <a:cs typeface="Arial"/>
              </a:rPr>
              <a:t>Student</a:t>
            </a:r>
            <a:r>
              <a:rPr sz="2400" spc="155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80" dirty="0">
                <a:latin typeface="Arial Black" panose="020B0A04020102020204" pitchFamily="34" charset="0"/>
                <a:cs typeface="Arial"/>
              </a:rPr>
              <a:t>Journey</a:t>
            </a:r>
            <a:r>
              <a:rPr sz="2400" spc="150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70" dirty="0">
                <a:latin typeface="Arial Black" panose="020B0A04020102020204" pitchFamily="34" charset="0"/>
                <a:cs typeface="Arial"/>
              </a:rPr>
              <a:t>experiential</a:t>
            </a:r>
            <a:r>
              <a:rPr sz="2400" spc="155" dirty="0">
                <a:latin typeface="Arial Black" panose="020B0A04020102020204" pitchFamily="34" charset="0"/>
                <a:cs typeface="Arial"/>
              </a:rPr>
              <a:t> </a:t>
            </a:r>
            <a:r>
              <a:rPr sz="2400" spc="275" dirty="0">
                <a:latin typeface="Arial Black" panose="020B0A04020102020204" pitchFamily="34" charset="0"/>
                <a:cs typeface="Arial"/>
              </a:rPr>
              <a:t>map</a:t>
            </a:r>
            <a:endParaRPr sz="2400" dirty="0">
              <a:latin typeface="Arial Black" panose="020B0A04020102020204" pitchFamily="34" charset="0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01180" y="1"/>
            <a:ext cx="699770" cy="1100455"/>
          </a:xfrm>
          <a:custGeom>
            <a:avLst/>
            <a:gdLst/>
            <a:ahLst/>
            <a:cxnLst/>
            <a:rect l="l" t="t" r="r" b="b"/>
            <a:pathLst>
              <a:path w="699770" h="1100455">
                <a:moveTo>
                  <a:pt x="457618" y="934388"/>
                </a:moveTo>
                <a:lnTo>
                  <a:pt x="170859" y="1099948"/>
                </a:lnTo>
                <a:lnTo>
                  <a:pt x="149865" y="1072131"/>
                </a:lnTo>
                <a:lnTo>
                  <a:pt x="128656" y="1040985"/>
                </a:lnTo>
                <a:lnTo>
                  <a:pt x="107668" y="1006765"/>
                </a:lnTo>
                <a:lnTo>
                  <a:pt x="87337" y="969728"/>
                </a:lnTo>
                <a:lnTo>
                  <a:pt x="68098" y="930132"/>
                </a:lnTo>
                <a:lnTo>
                  <a:pt x="50387" y="888232"/>
                </a:lnTo>
                <a:lnTo>
                  <a:pt x="34640" y="844287"/>
                </a:lnTo>
                <a:lnTo>
                  <a:pt x="21292" y="798554"/>
                </a:lnTo>
                <a:lnTo>
                  <a:pt x="10779" y="751288"/>
                </a:lnTo>
                <a:lnTo>
                  <a:pt x="3536" y="702747"/>
                </a:lnTo>
                <a:lnTo>
                  <a:pt x="0" y="653188"/>
                </a:lnTo>
                <a:lnTo>
                  <a:pt x="604" y="602867"/>
                </a:lnTo>
                <a:lnTo>
                  <a:pt x="5786" y="552043"/>
                </a:lnTo>
                <a:lnTo>
                  <a:pt x="15980" y="500971"/>
                </a:lnTo>
                <a:lnTo>
                  <a:pt x="31622" y="449908"/>
                </a:lnTo>
                <a:lnTo>
                  <a:pt x="53149" y="399112"/>
                </a:lnTo>
                <a:lnTo>
                  <a:pt x="80994" y="348840"/>
                </a:lnTo>
                <a:lnTo>
                  <a:pt x="100054" y="321262"/>
                </a:lnTo>
                <a:lnTo>
                  <a:pt x="418947" y="873601"/>
                </a:lnTo>
                <a:lnTo>
                  <a:pt x="438236" y="905509"/>
                </a:lnTo>
                <a:lnTo>
                  <a:pt x="452055" y="926488"/>
                </a:lnTo>
                <a:lnTo>
                  <a:pt x="457618" y="934388"/>
                </a:lnTo>
                <a:close/>
              </a:path>
              <a:path w="699770" h="1100455">
                <a:moveTo>
                  <a:pt x="699219" y="260823"/>
                </a:moveTo>
                <a:lnTo>
                  <a:pt x="633193" y="295327"/>
                </a:lnTo>
                <a:lnTo>
                  <a:pt x="590759" y="320462"/>
                </a:lnTo>
                <a:lnTo>
                  <a:pt x="543273" y="351538"/>
                </a:lnTo>
                <a:lnTo>
                  <a:pt x="493833" y="388028"/>
                </a:lnTo>
                <a:lnTo>
                  <a:pt x="445535" y="429406"/>
                </a:lnTo>
                <a:lnTo>
                  <a:pt x="401476" y="475146"/>
                </a:lnTo>
                <a:lnTo>
                  <a:pt x="364752" y="524722"/>
                </a:lnTo>
                <a:lnTo>
                  <a:pt x="344333" y="572968"/>
                </a:lnTo>
                <a:lnTo>
                  <a:pt x="337945" y="625326"/>
                </a:lnTo>
                <a:lnTo>
                  <a:pt x="342800" y="679649"/>
                </a:lnTo>
                <a:lnTo>
                  <a:pt x="356114" y="733787"/>
                </a:lnTo>
                <a:lnTo>
                  <a:pt x="375100" y="785591"/>
                </a:lnTo>
                <a:lnTo>
                  <a:pt x="396973" y="832912"/>
                </a:lnTo>
                <a:lnTo>
                  <a:pt x="418947" y="873601"/>
                </a:lnTo>
                <a:lnTo>
                  <a:pt x="100054" y="321262"/>
                </a:lnTo>
                <a:lnTo>
                  <a:pt x="164560" y="238387"/>
                </a:lnTo>
                <a:lnTo>
                  <a:pt x="210802" y="190542"/>
                </a:lnTo>
                <a:lnTo>
                  <a:pt x="258334" y="147563"/>
                </a:lnTo>
                <a:lnTo>
                  <a:pt x="305895" y="109410"/>
                </a:lnTo>
                <a:lnTo>
                  <a:pt x="352223" y="76043"/>
                </a:lnTo>
                <a:lnTo>
                  <a:pt x="396058" y="47422"/>
                </a:lnTo>
                <a:lnTo>
                  <a:pt x="436137" y="23504"/>
                </a:lnTo>
                <a:lnTo>
                  <a:pt x="471199" y="4251"/>
                </a:lnTo>
                <a:lnTo>
                  <a:pt x="479564" y="0"/>
                </a:lnTo>
                <a:lnTo>
                  <a:pt x="548632" y="0"/>
                </a:lnTo>
                <a:lnTo>
                  <a:pt x="699219" y="260823"/>
                </a:lnTo>
                <a:close/>
              </a:path>
            </a:pathLst>
          </a:custGeom>
          <a:solidFill>
            <a:srgbClr val="D00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53944" y="1252452"/>
            <a:ext cx="702945" cy="884555"/>
          </a:xfrm>
          <a:custGeom>
            <a:avLst/>
            <a:gdLst/>
            <a:ahLst/>
            <a:cxnLst/>
            <a:rect l="l" t="t" r="r" b="b"/>
            <a:pathLst>
              <a:path w="702945" h="884555">
                <a:moveTo>
                  <a:pt x="702901" y="579182"/>
                </a:moveTo>
                <a:lnTo>
                  <a:pt x="670895" y="883702"/>
                </a:lnTo>
                <a:lnTo>
                  <a:pt x="636427" y="884259"/>
                </a:lnTo>
                <a:lnTo>
                  <a:pt x="599033" y="882938"/>
                </a:lnTo>
                <a:lnTo>
                  <a:pt x="559229" y="879517"/>
                </a:lnTo>
                <a:lnTo>
                  <a:pt x="517531" y="873773"/>
                </a:lnTo>
                <a:lnTo>
                  <a:pt x="474456" y="865483"/>
                </a:lnTo>
                <a:lnTo>
                  <a:pt x="430521" y="854422"/>
                </a:lnTo>
                <a:lnTo>
                  <a:pt x="386241" y="840369"/>
                </a:lnTo>
                <a:lnTo>
                  <a:pt x="342134" y="823100"/>
                </a:lnTo>
                <a:lnTo>
                  <a:pt x="298716" y="802392"/>
                </a:lnTo>
                <a:lnTo>
                  <a:pt x="256503" y="778021"/>
                </a:lnTo>
                <a:lnTo>
                  <a:pt x="216013" y="749765"/>
                </a:lnTo>
                <a:lnTo>
                  <a:pt x="177761" y="717400"/>
                </a:lnTo>
                <a:lnTo>
                  <a:pt x="142264" y="680704"/>
                </a:lnTo>
                <a:lnTo>
                  <a:pt x="110039" y="639453"/>
                </a:lnTo>
                <a:lnTo>
                  <a:pt x="81603" y="593424"/>
                </a:lnTo>
                <a:lnTo>
                  <a:pt x="57471" y="542393"/>
                </a:lnTo>
                <a:lnTo>
                  <a:pt x="47235" y="513016"/>
                </a:lnTo>
                <a:lnTo>
                  <a:pt x="622685" y="573498"/>
                </a:lnTo>
                <a:lnTo>
                  <a:pt x="663820" y="577513"/>
                </a:lnTo>
                <a:lnTo>
                  <a:pt x="691992" y="578990"/>
                </a:lnTo>
                <a:lnTo>
                  <a:pt x="702901" y="579182"/>
                </a:lnTo>
                <a:close/>
              </a:path>
              <a:path w="702945" h="884555">
                <a:moveTo>
                  <a:pt x="22770" y="0"/>
                </a:moveTo>
                <a:lnTo>
                  <a:pt x="328545" y="32138"/>
                </a:lnTo>
                <a:lnTo>
                  <a:pt x="326543" y="43094"/>
                </a:lnTo>
                <a:lnTo>
                  <a:pt x="321995" y="72394"/>
                </a:lnTo>
                <a:lnTo>
                  <a:pt x="316744" y="116327"/>
                </a:lnTo>
                <a:lnTo>
                  <a:pt x="312631" y="171190"/>
                </a:lnTo>
                <a:lnTo>
                  <a:pt x="311500" y="233276"/>
                </a:lnTo>
                <a:lnTo>
                  <a:pt x="315191" y="298880"/>
                </a:lnTo>
                <a:lnTo>
                  <a:pt x="325548" y="364298"/>
                </a:lnTo>
                <a:lnTo>
                  <a:pt x="344412" y="425825"/>
                </a:lnTo>
                <a:lnTo>
                  <a:pt x="373038" y="471423"/>
                </a:lnTo>
                <a:lnTo>
                  <a:pt x="414499" y="506954"/>
                </a:lnTo>
                <a:lnTo>
                  <a:pt x="464493" y="533672"/>
                </a:lnTo>
                <a:lnTo>
                  <a:pt x="518722" y="552832"/>
                </a:lnTo>
                <a:lnTo>
                  <a:pt x="572886" y="565689"/>
                </a:lnTo>
                <a:lnTo>
                  <a:pt x="622685" y="573498"/>
                </a:lnTo>
                <a:lnTo>
                  <a:pt x="47235" y="513016"/>
                </a:lnTo>
                <a:lnTo>
                  <a:pt x="34198" y="475600"/>
                </a:lnTo>
                <a:lnTo>
                  <a:pt x="17747" y="408715"/>
                </a:lnTo>
                <a:lnTo>
                  <a:pt x="7186" y="342934"/>
                </a:lnTo>
                <a:lnTo>
                  <a:pt x="1581" y="279453"/>
                </a:lnTo>
                <a:lnTo>
                  <a:pt x="0" y="219470"/>
                </a:lnTo>
                <a:lnTo>
                  <a:pt x="1509" y="164180"/>
                </a:lnTo>
                <a:lnTo>
                  <a:pt x="5177" y="114779"/>
                </a:lnTo>
                <a:lnTo>
                  <a:pt x="10070" y="72463"/>
                </a:lnTo>
                <a:lnTo>
                  <a:pt x="15255" y="38430"/>
                </a:lnTo>
                <a:lnTo>
                  <a:pt x="19800" y="13875"/>
                </a:lnTo>
                <a:lnTo>
                  <a:pt x="22770" y="0"/>
                </a:lnTo>
                <a:close/>
              </a:path>
            </a:pathLst>
          </a:custGeom>
          <a:solidFill>
            <a:srgbClr val="D00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494942"/>
            <a:ext cx="10766425" cy="120650"/>
          </a:xfrm>
          <a:custGeom>
            <a:avLst/>
            <a:gdLst/>
            <a:ahLst/>
            <a:cxnLst/>
            <a:rect l="l" t="t" r="r" b="b"/>
            <a:pathLst>
              <a:path w="10766425" h="120650">
                <a:moveTo>
                  <a:pt x="3952900" y="7467"/>
                </a:moveTo>
                <a:lnTo>
                  <a:pt x="2879153" y="7467"/>
                </a:lnTo>
                <a:lnTo>
                  <a:pt x="2879153" y="3365"/>
                </a:lnTo>
                <a:lnTo>
                  <a:pt x="0" y="3365"/>
                </a:lnTo>
                <a:lnTo>
                  <a:pt x="0" y="120319"/>
                </a:lnTo>
                <a:lnTo>
                  <a:pt x="1001991" y="120319"/>
                </a:lnTo>
                <a:lnTo>
                  <a:pt x="2879153" y="120319"/>
                </a:lnTo>
                <a:lnTo>
                  <a:pt x="3952900" y="120319"/>
                </a:lnTo>
                <a:lnTo>
                  <a:pt x="3952900" y="7467"/>
                </a:lnTo>
                <a:close/>
              </a:path>
              <a:path w="10766425" h="120650">
                <a:moveTo>
                  <a:pt x="10766069" y="3365"/>
                </a:moveTo>
                <a:lnTo>
                  <a:pt x="9360637" y="3365"/>
                </a:lnTo>
                <a:lnTo>
                  <a:pt x="9360637" y="0"/>
                </a:lnTo>
                <a:lnTo>
                  <a:pt x="6647701" y="0"/>
                </a:lnTo>
                <a:lnTo>
                  <a:pt x="6647701" y="120332"/>
                </a:lnTo>
                <a:lnTo>
                  <a:pt x="8576500" y="120332"/>
                </a:lnTo>
                <a:lnTo>
                  <a:pt x="9360637" y="120332"/>
                </a:lnTo>
                <a:lnTo>
                  <a:pt x="10766069" y="120332"/>
                </a:lnTo>
                <a:lnTo>
                  <a:pt x="10766069" y="3365"/>
                </a:lnTo>
                <a:close/>
              </a:path>
            </a:pathLst>
          </a:custGeom>
          <a:solidFill>
            <a:srgbClr val="D00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" y="0"/>
            <a:ext cx="3188891" cy="108517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548542" y="6709502"/>
            <a:ext cx="571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4" dirty="0"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92455" y="2677082"/>
            <a:ext cx="10573634" cy="12553736"/>
            <a:chOff x="192455" y="2677082"/>
            <a:chExt cx="10573634" cy="12553736"/>
          </a:xfrm>
        </p:grpSpPr>
        <p:sp>
          <p:nvSpPr>
            <p:cNvPr id="24" name="object 24"/>
            <p:cNvSpPr/>
            <p:nvPr/>
          </p:nvSpPr>
          <p:spPr>
            <a:xfrm>
              <a:off x="192455" y="2677082"/>
              <a:ext cx="10488930" cy="4808220"/>
            </a:xfrm>
            <a:custGeom>
              <a:avLst/>
              <a:gdLst/>
              <a:ahLst/>
              <a:cxnLst/>
              <a:rect l="l" t="t" r="r" b="b"/>
              <a:pathLst>
                <a:path w="10488930" h="4808220">
                  <a:moveTo>
                    <a:pt x="3312642" y="4593107"/>
                  </a:moveTo>
                  <a:lnTo>
                    <a:pt x="3312630" y="194830"/>
                  </a:lnTo>
                  <a:lnTo>
                    <a:pt x="3307550" y="150279"/>
                  </a:lnTo>
                  <a:lnTo>
                    <a:pt x="3293059" y="109245"/>
                  </a:lnTo>
                  <a:lnTo>
                    <a:pt x="3275088" y="80657"/>
                  </a:lnTo>
                  <a:lnTo>
                    <a:pt x="3275088" y="4593107"/>
                  </a:lnTo>
                  <a:lnTo>
                    <a:pt x="3267151" y="4642624"/>
                  </a:lnTo>
                  <a:lnTo>
                    <a:pt x="3245066" y="4685716"/>
                  </a:lnTo>
                  <a:lnTo>
                    <a:pt x="3211411" y="4719764"/>
                  </a:lnTo>
                  <a:lnTo>
                    <a:pt x="3168802" y="4742116"/>
                  </a:lnTo>
                  <a:lnTo>
                    <a:pt x="3119805" y="4750143"/>
                  </a:lnTo>
                  <a:lnTo>
                    <a:pt x="192849" y="4750143"/>
                  </a:lnTo>
                  <a:lnTo>
                    <a:pt x="143852" y="4742116"/>
                  </a:lnTo>
                  <a:lnTo>
                    <a:pt x="101231" y="4719764"/>
                  </a:lnTo>
                  <a:lnTo>
                    <a:pt x="67589" y="4685716"/>
                  </a:lnTo>
                  <a:lnTo>
                    <a:pt x="45504" y="4642624"/>
                  </a:lnTo>
                  <a:lnTo>
                    <a:pt x="37566" y="4593107"/>
                  </a:lnTo>
                  <a:lnTo>
                    <a:pt x="37579" y="194830"/>
                  </a:lnTo>
                  <a:lnTo>
                    <a:pt x="45504" y="145478"/>
                  </a:lnTo>
                  <a:lnTo>
                    <a:pt x="67589" y="102425"/>
                  </a:lnTo>
                  <a:lnTo>
                    <a:pt x="101231" y="68427"/>
                  </a:lnTo>
                  <a:lnTo>
                    <a:pt x="143852" y="46113"/>
                  </a:lnTo>
                  <a:lnTo>
                    <a:pt x="192849" y="38087"/>
                  </a:lnTo>
                  <a:lnTo>
                    <a:pt x="3119805" y="38087"/>
                  </a:lnTo>
                  <a:lnTo>
                    <a:pt x="3168802" y="46088"/>
                  </a:lnTo>
                  <a:lnTo>
                    <a:pt x="3211411" y="68376"/>
                  </a:lnTo>
                  <a:lnTo>
                    <a:pt x="3245066" y="102349"/>
                  </a:lnTo>
                  <a:lnTo>
                    <a:pt x="3267151" y="145415"/>
                  </a:lnTo>
                  <a:lnTo>
                    <a:pt x="3275063" y="194830"/>
                  </a:lnTo>
                  <a:lnTo>
                    <a:pt x="3275088" y="4593107"/>
                  </a:lnTo>
                  <a:lnTo>
                    <a:pt x="3275088" y="80657"/>
                  </a:lnTo>
                  <a:lnTo>
                    <a:pt x="3270300" y="73037"/>
                  </a:lnTo>
                  <a:lnTo>
                    <a:pt x="3240430" y="42837"/>
                  </a:lnTo>
                  <a:lnTo>
                    <a:pt x="3233039" y="38087"/>
                  </a:lnTo>
                  <a:lnTo>
                    <a:pt x="3204629" y="19824"/>
                  </a:lnTo>
                  <a:lnTo>
                    <a:pt x="3164040" y="5143"/>
                  </a:lnTo>
                  <a:lnTo>
                    <a:pt x="3119805" y="0"/>
                  </a:lnTo>
                  <a:lnTo>
                    <a:pt x="192849" y="0"/>
                  </a:lnTo>
                  <a:lnTo>
                    <a:pt x="148615" y="5143"/>
                  </a:lnTo>
                  <a:lnTo>
                    <a:pt x="108026" y="19812"/>
                  </a:lnTo>
                  <a:lnTo>
                    <a:pt x="72212" y="42824"/>
                  </a:lnTo>
                  <a:lnTo>
                    <a:pt x="42354" y="73012"/>
                  </a:lnTo>
                  <a:lnTo>
                    <a:pt x="19596" y="109194"/>
                  </a:lnTo>
                  <a:lnTo>
                    <a:pt x="5092" y="150190"/>
                  </a:lnTo>
                  <a:lnTo>
                    <a:pt x="0" y="194830"/>
                  </a:lnTo>
                  <a:lnTo>
                    <a:pt x="0" y="4593107"/>
                  </a:lnTo>
                  <a:lnTo>
                    <a:pt x="5092" y="4637798"/>
                  </a:lnTo>
                  <a:lnTo>
                    <a:pt x="19596" y="4678845"/>
                  </a:lnTo>
                  <a:lnTo>
                    <a:pt x="42354" y="4715040"/>
                  </a:lnTo>
                  <a:lnTo>
                    <a:pt x="72212" y="4745240"/>
                  </a:lnTo>
                  <a:lnTo>
                    <a:pt x="108026" y="4768266"/>
                  </a:lnTo>
                  <a:lnTo>
                    <a:pt x="148615" y="4782934"/>
                  </a:lnTo>
                  <a:lnTo>
                    <a:pt x="192849" y="4788090"/>
                  </a:lnTo>
                  <a:lnTo>
                    <a:pt x="3119805" y="4788090"/>
                  </a:lnTo>
                  <a:lnTo>
                    <a:pt x="3164040" y="4782934"/>
                  </a:lnTo>
                  <a:lnTo>
                    <a:pt x="3204629" y="4768266"/>
                  </a:lnTo>
                  <a:lnTo>
                    <a:pt x="3240430" y="4745240"/>
                  </a:lnTo>
                  <a:lnTo>
                    <a:pt x="3270300" y="4715040"/>
                  </a:lnTo>
                  <a:lnTo>
                    <a:pt x="3293059" y="4678845"/>
                  </a:lnTo>
                  <a:lnTo>
                    <a:pt x="3307550" y="4637798"/>
                  </a:lnTo>
                  <a:lnTo>
                    <a:pt x="3312642" y="4593107"/>
                  </a:lnTo>
                  <a:close/>
                </a:path>
                <a:path w="10488930" h="4808220">
                  <a:moveTo>
                    <a:pt x="6999567" y="4612017"/>
                  </a:moveTo>
                  <a:lnTo>
                    <a:pt x="6999541" y="196265"/>
                  </a:lnTo>
                  <a:lnTo>
                    <a:pt x="6994423" y="151536"/>
                  </a:lnTo>
                  <a:lnTo>
                    <a:pt x="6979806" y="110337"/>
                  </a:lnTo>
                  <a:lnTo>
                    <a:pt x="6961683" y="81661"/>
                  </a:lnTo>
                  <a:lnTo>
                    <a:pt x="6961683" y="4612017"/>
                  </a:lnTo>
                  <a:lnTo>
                    <a:pt x="6953682" y="4661738"/>
                  </a:lnTo>
                  <a:lnTo>
                    <a:pt x="6931393" y="4705007"/>
                  </a:lnTo>
                  <a:lnTo>
                    <a:pt x="6897459" y="4739183"/>
                  </a:lnTo>
                  <a:lnTo>
                    <a:pt x="6854482" y="4761623"/>
                  </a:lnTo>
                  <a:lnTo>
                    <a:pt x="6805054" y="4769688"/>
                  </a:lnTo>
                  <a:lnTo>
                    <a:pt x="3852875" y="4769688"/>
                  </a:lnTo>
                  <a:lnTo>
                    <a:pt x="3803446" y="4761623"/>
                  </a:lnTo>
                  <a:lnTo>
                    <a:pt x="3760470" y="4739183"/>
                  </a:lnTo>
                  <a:lnTo>
                    <a:pt x="3726535" y="4705007"/>
                  </a:lnTo>
                  <a:lnTo>
                    <a:pt x="3704247" y="4661738"/>
                  </a:lnTo>
                  <a:lnTo>
                    <a:pt x="3696246" y="4612017"/>
                  </a:lnTo>
                  <a:lnTo>
                    <a:pt x="3696271" y="196265"/>
                  </a:lnTo>
                  <a:lnTo>
                    <a:pt x="3704247" y="146710"/>
                  </a:lnTo>
                  <a:lnTo>
                    <a:pt x="3726535" y="103479"/>
                  </a:lnTo>
                  <a:lnTo>
                    <a:pt x="3760470" y="69354"/>
                  </a:lnTo>
                  <a:lnTo>
                    <a:pt x="3803446" y="46951"/>
                  </a:lnTo>
                  <a:lnTo>
                    <a:pt x="3852875" y="38900"/>
                  </a:lnTo>
                  <a:lnTo>
                    <a:pt x="6805054" y="38900"/>
                  </a:lnTo>
                  <a:lnTo>
                    <a:pt x="6854482" y="46926"/>
                  </a:lnTo>
                  <a:lnTo>
                    <a:pt x="6897459" y="69303"/>
                  </a:lnTo>
                  <a:lnTo>
                    <a:pt x="6931393" y="103416"/>
                  </a:lnTo>
                  <a:lnTo>
                    <a:pt x="6953682" y="146646"/>
                  </a:lnTo>
                  <a:lnTo>
                    <a:pt x="6961657" y="196265"/>
                  </a:lnTo>
                  <a:lnTo>
                    <a:pt x="6961683" y="4612017"/>
                  </a:lnTo>
                  <a:lnTo>
                    <a:pt x="6961683" y="81661"/>
                  </a:lnTo>
                  <a:lnTo>
                    <a:pt x="6956844" y="73990"/>
                  </a:lnTo>
                  <a:lnTo>
                    <a:pt x="6926732" y="43662"/>
                  </a:lnTo>
                  <a:lnTo>
                    <a:pt x="6919277" y="38900"/>
                  </a:lnTo>
                  <a:lnTo>
                    <a:pt x="6890613" y="20548"/>
                  </a:lnTo>
                  <a:lnTo>
                    <a:pt x="6849669" y="5816"/>
                  </a:lnTo>
                  <a:lnTo>
                    <a:pt x="6805054" y="647"/>
                  </a:lnTo>
                  <a:lnTo>
                    <a:pt x="3852875" y="647"/>
                  </a:lnTo>
                  <a:lnTo>
                    <a:pt x="3808260" y="5816"/>
                  </a:lnTo>
                  <a:lnTo>
                    <a:pt x="3767315" y="20548"/>
                  </a:lnTo>
                  <a:lnTo>
                    <a:pt x="3731196" y="43649"/>
                  </a:lnTo>
                  <a:lnTo>
                    <a:pt x="3701084" y="73952"/>
                  </a:lnTo>
                  <a:lnTo>
                    <a:pt x="3678123" y="110274"/>
                  </a:lnTo>
                  <a:lnTo>
                    <a:pt x="3663505" y="151434"/>
                  </a:lnTo>
                  <a:lnTo>
                    <a:pt x="3658362" y="196265"/>
                  </a:lnTo>
                  <a:lnTo>
                    <a:pt x="3658362" y="4612017"/>
                  </a:lnTo>
                  <a:lnTo>
                    <a:pt x="3663505" y="4656899"/>
                  </a:lnTo>
                  <a:lnTo>
                    <a:pt x="3678123" y="4698098"/>
                  </a:lnTo>
                  <a:lnTo>
                    <a:pt x="3701084" y="4734445"/>
                  </a:lnTo>
                  <a:lnTo>
                    <a:pt x="3731196" y="4764773"/>
                  </a:lnTo>
                  <a:lnTo>
                    <a:pt x="3767315" y="4787887"/>
                  </a:lnTo>
                  <a:lnTo>
                    <a:pt x="3808260" y="4802606"/>
                  </a:lnTo>
                  <a:lnTo>
                    <a:pt x="3852875" y="4807788"/>
                  </a:lnTo>
                  <a:lnTo>
                    <a:pt x="6805054" y="4807788"/>
                  </a:lnTo>
                  <a:lnTo>
                    <a:pt x="6849669" y="4802606"/>
                  </a:lnTo>
                  <a:lnTo>
                    <a:pt x="6890613" y="4787887"/>
                  </a:lnTo>
                  <a:lnTo>
                    <a:pt x="6919036" y="4769688"/>
                  </a:lnTo>
                  <a:lnTo>
                    <a:pt x="6926732" y="4764773"/>
                  </a:lnTo>
                  <a:lnTo>
                    <a:pt x="6956844" y="4734445"/>
                  </a:lnTo>
                  <a:lnTo>
                    <a:pt x="6979806" y="4698098"/>
                  </a:lnTo>
                  <a:lnTo>
                    <a:pt x="6994423" y="4656899"/>
                  </a:lnTo>
                  <a:lnTo>
                    <a:pt x="6999567" y="4612017"/>
                  </a:lnTo>
                  <a:close/>
                </a:path>
                <a:path w="10488930" h="4808220">
                  <a:moveTo>
                    <a:pt x="10488701" y="4593107"/>
                  </a:moveTo>
                  <a:lnTo>
                    <a:pt x="10488689" y="194830"/>
                  </a:lnTo>
                  <a:lnTo>
                    <a:pt x="10483596" y="150291"/>
                  </a:lnTo>
                  <a:lnTo>
                    <a:pt x="10469054" y="109245"/>
                  </a:lnTo>
                  <a:lnTo>
                    <a:pt x="10451046" y="80683"/>
                  </a:lnTo>
                  <a:lnTo>
                    <a:pt x="10451046" y="4593107"/>
                  </a:lnTo>
                  <a:lnTo>
                    <a:pt x="10443083" y="4642624"/>
                  </a:lnTo>
                  <a:lnTo>
                    <a:pt x="10420934" y="4685728"/>
                  </a:lnTo>
                  <a:lnTo>
                    <a:pt x="10387190" y="4719764"/>
                  </a:lnTo>
                  <a:lnTo>
                    <a:pt x="10344442" y="4742116"/>
                  </a:lnTo>
                  <a:lnTo>
                    <a:pt x="10295306" y="4750155"/>
                  </a:lnTo>
                  <a:lnTo>
                    <a:pt x="7359942" y="4750155"/>
                  </a:lnTo>
                  <a:lnTo>
                    <a:pt x="7310806" y="4742116"/>
                  </a:lnTo>
                  <a:lnTo>
                    <a:pt x="7268070" y="4719764"/>
                  </a:lnTo>
                  <a:lnTo>
                    <a:pt x="7234326" y="4685728"/>
                  </a:lnTo>
                  <a:lnTo>
                    <a:pt x="7212177" y="4642624"/>
                  </a:lnTo>
                  <a:lnTo>
                    <a:pt x="7204215" y="4593107"/>
                  </a:lnTo>
                  <a:lnTo>
                    <a:pt x="7204240" y="194830"/>
                  </a:lnTo>
                  <a:lnTo>
                    <a:pt x="7212177" y="145478"/>
                  </a:lnTo>
                  <a:lnTo>
                    <a:pt x="7234326" y="102425"/>
                  </a:lnTo>
                  <a:lnTo>
                    <a:pt x="7268070" y="68427"/>
                  </a:lnTo>
                  <a:lnTo>
                    <a:pt x="7310806" y="46113"/>
                  </a:lnTo>
                  <a:lnTo>
                    <a:pt x="7359942" y="38087"/>
                  </a:lnTo>
                  <a:lnTo>
                    <a:pt x="10295306" y="38087"/>
                  </a:lnTo>
                  <a:lnTo>
                    <a:pt x="10344442" y="46101"/>
                  </a:lnTo>
                  <a:lnTo>
                    <a:pt x="10387190" y="68389"/>
                  </a:lnTo>
                  <a:lnTo>
                    <a:pt x="10420934" y="102362"/>
                  </a:lnTo>
                  <a:lnTo>
                    <a:pt x="10443083" y="145427"/>
                  </a:lnTo>
                  <a:lnTo>
                    <a:pt x="10451020" y="194830"/>
                  </a:lnTo>
                  <a:lnTo>
                    <a:pt x="10451046" y="4593107"/>
                  </a:lnTo>
                  <a:lnTo>
                    <a:pt x="10451046" y="80683"/>
                  </a:lnTo>
                  <a:lnTo>
                    <a:pt x="10416286" y="42849"/>
                  </a:lnTo>
                  <a:lnTo>
                    <a:pt x="10380383" y="19824"/>
                  </a:lnTo>
                  <a:lnTo>
                    <a:pt x="10339667" y="5143"/>
                  </a:lnTo>
                  <a:lnTo>
                    <a:pt x="10295306" y="0"/>
                  </a:lnTo>
                  <a:lnTo>
                    <a:pt x="7359942" y="0"/>
                  </a:lnTo>
                  <a:lnTo>
                    <a:pt x="7315581" y="5143"/>
                  </a:lnTo>
                  <a:lnTo>
                    <a:pt x="7274877" y="19824"/>
                  </a:lnTo>
                  <a:lnTo>
                    <a:pt x="7238962" y="42837"/>
                  </a:lnTo>
                  <a:lnTo>
                    <a:pt x="7209015" y="73012"/>
                  </a:lnTo>
                  <a:lnTo>
                    <a:pt x="7186193" y="109194"/>
                  </a:lnTo>
                  <a:lnTo>
                    <a:pt x="7171652" y="150190"/>
                  </a:lnTo>
                  <a:lnTo>
                    <a:pt x="7166546" y="194830"/>
                  </a:lnTo>
                  <a:lnTo>
                    <a:pt x="7166546" y="4593107"/>
                  </a:lnTo>
                  <a:lnTo>
                    <a:pt x="7171652" y="4637811"/>
                  </a:lnTo>
                  <a:lnTo>
                    <a:pt x="7186193" y="4678845"/>
                  </a:lnTo>
                  <a:lnTo>
                    <a:pt x="7209015" y="4715053"/>
                  </a:lnTo>
                  <a:lnTo>
                    <a:pt x="7238962" y="4745253"/>
                  </a:lnTo>
                  <a:lnTo>
                    <a:pt x="7274877" y="4768266"/>
                  </a:lnTo>
                  <a:lnTo>
                    <a:pt x="7315581" y="4782947"/>
                  </a:lnTo>
                  <a:lnTo>
                    <a:pt x="7359942" y="4788090"/>
                  </a:lnTo>
                  <a:lnTo>
                    <a:pt x="10295306" y="4788090"/>
                  </a:lnTo>
                  <a:lnTo>
                    <a:pt x="10339667" y="4782947"/>
                  </a:lnTo>
                  <a:lnTo>
                    <a:pt x="10380383" y="4768266"/>
                  </a:lnTo>
                  <a:lnTo>
                    <a:pt x="10416286" y="4745253"/>
                  </a:lnTo>
                  <a:lnTo>
                    <a:pt x="10446233" y="4715053"/>
                  </a:lnTo>
                  <a:lnTo>
                    <a:pt x="10469054" y="4678845"/>
                  </a:lnTo>
                  <a:lnTo>
                    <a:pt x="10483596" y="4637811"/>
                  </a:lnTo>
                  <a:lnTo>
                    <a:pt x="10488701" y="4593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9935" y="7615263"/>
              <a:ext cx="3526154" cy="7615555"/>
            </a:xfrm>
            <a:custGeom>
              <a:avLst/>
              <a:gdLst/>
              <a:ahLst/>
              <a:cxnLst/>
              <a:rect l="l" t="t" r="r" b="b"/>
              <a:pathLst>
                <a:path w="3526154" h="7615555">
                  <a:moveTo>
                    <a:pt x="3526142" y="7615262"/>
                  </a:moveTo>
                  <a:lnTo>
                    <a:pt x="0" y="7615262"/>
                  </a:lnTo>
                  <a:lnTo>
                    <a:pt x="0" y="0"/>
                  </a:lnTo>
                  <a:lnTo>
                    <a:pt x="3526142" y="0"/>
                  </a:lnTo>
                  <a:lnTo>
                    <a:pt x="3526142" y="7615262"/>
                  </a:lnTo>
                  <a:close/>
                </a:path>
              </a:pathLst>
            </a:custGeom>
            <a:solidFill>
              <a:srgbClr val="D00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60807" y="8655191"/>
              <a:ext cx="38100" cy="560070"/>
            </a:xfrm>
            <a:custGeom>
              <a:avLst/>
              <a:gdLst/>
              <a:ahLst/>
              <a:cxnLst/>
              <a:rect l="l" t="t" r="r" b="b"/>
              <a:pathLst>
                <a:path w="38100" h="560070">
                  <a:moveTo>
                    <a:pt x="0" y="21564"/>
                  </a:moveTo>
                  <a:lnTo>
                    <a:pt x="0" y="16442"/>
                  </a:lnTo>
                  <a:lnTo>
                    <a:pt x="483" y="14024"/>
                  </a:lnTo>
                  <a:lnTo>
                    <a:pt x="16513" y="0"/>
                  </a:lnTo>
                  <a:lnTo>
                    <a:pt x="21562" y="0"/>
                  </a:lnTo>
                  <a:lnTo>
                    <a:pt x="38076" y="16442"/>
                  </a:lnTo>
                  <a:lnTo>
                    <a:pt x="38076" y="21564"/>
                  </a:lnTo>
                  <a:lnTo>
                    <a:pt x="21562" y="38006"/>
                  </a:lnTo>
                  <a:lnTo>
                    <a:pt x="16513" y="38006"/>
                  </a:lnTo>
                  <a:lnTo>
                    <a:pt x="0" y="21564"/>
                  </a:lnTo>
                  <a:close/>
                </a:path>
                <a:path w="38100" h="560070">
                  <a:moveTo>
                    <a:pt x="0" y="125916"/>
                  </a:moveTo>
                  <a:lnTo>
                    <a:pt x="0" y="120794"/>
                  </a:lnTo>
                  <a:lnTo>
                    <a:pt x="483" y="118376"/>
                  </a:lnTo>
                  <a:lnTo>
                    <a:pt x="16513" y="104352"/>
                  </a:lnTo>
                  <a:lnTo>
                    <a:pt x="21562" y="104352"/>
                  </a:lnTo>
                  <a:lnTo>
                    <a:pt x="38076" y="120794"/>
                  </a:lnTo>
                  <a:lnTo>
                    <a:pt x="38076" y="125916"/>
                  </a:lnTo>
                  <a:lnTo>
                    <a:pt x="21562" y="142358"/>
                  </a:lnTo>
                  <a:lnTo>
                    <a:pt x="16513" y="142358"/>
                  </a:lnTo>
                  <a:lnTo>
                    <a:pt x="0" y="125916"/>
                  </a:lnTo>
                  <a:close/>
                </a:path>
                <a:path w="38100" h="560070">
                  <a:moveTo>
                    <a:pt x="0" y="230268"/>
                  </a:moveTo>
                  <a:lnTo>
                    <a:pt x="0" y="225146"/>
                  </a:lnTo>
                  <a:lnTo>
                    <a:pt x="483" y="222728"/>
                  </a:lnTo>
                  <a:lnTo>
                    <a:pt x="16513" y="208704"/>
                  </a:lnTo>
                  <a:lnTo>
                    <a:pt x="21562" y="208704"/>
                  </a:lnTo>
                  <a:lnTo>
                    <a:pt x="38076" y="225146"/>
                  </a:lnTo>
                  <a:lnTo>
                    <a:pt x="38076" y="230268"/>
                  </a:lnTo>
                  <a:lnTo>
                    <a:pt x="21562" y="246710"/>
                  </a:lnTo>
                  <a:lnTo>
                    <a:pt x="16513" y="246710"/>
                  </a:lnTo>
                  <a:lnTo>
                    <a:pt x="0" y="230268"/>
                  </a:lnTo>
                  <a:close/>
                </a:path>
                <a:path w="38100" h="560070">
                  <a:moveTo>
                    <a:pt x="0" y="334620"/>
                  </a:moveTo>
                  <a:lnTo>
                    <a:pt x="0" y="329498"/>
                  </a:lnTo>
                  <a:lnTo>
                    <a:pt x="483" y="327080"/>
                  </a:lnTo>
                  <a:lnTo>
                    <a:pt x="16513" y="313056"/>
                  </a:lnTo>
                  <a:lnTo>
                    <a:pt x="21562" y="313056"/>
                  </a:lnTo>
                  <a:lnTo>
                    <a:pt x="38076" y="329498"/>
                  </a:lnTo>
                  <a:lnTo>
                    <a:pt x="38076" y="334620"/>
                  </a:lnTo>
                  <a:lnTo>
                    <a:pt x="21562" y="351062"/>
                  </a:lnTo>
                  <a:lnTo>
                    <a:pt x="16513" y="351062"/>
                  </a:lnTo>
                  <a:lnTo>
                    <a:pt x="0" y="334620"/>
                  </a:lnTo>
                  <a:close/>
                </a:path>
                <a:path w="38100" h="560070">
                  <a:moveTo>
                    <a:pt x="0" y="438972"/>
                  </a:moveTo>
                  <a:lnTo>
                    <a:pt x="0" y="433850"/>
                  </a:lnTo>
                  <a:lnTo>
                    <a:pt x="483" y="431432"/>
                  </a:lnTo>
                  <a:lnTo>
                    <a:pt x="16513" y="417408"/>
                  </a:lnTo>
                  <a:lnTo>
                    <a:pt x="21562" y="417408"/>
                  </a:lnTo>
                  <a:lnTo>
                    <a:pt x="38076" y="433850"/>
                  </a:lnTo>
                  <a:lnTo>
                    <a:pt x="38076" y="438972"/>
                  </a:lnTo>
                  <a:lnTo>
                    <a:pt x="21562" y="455414"/>
                  </a:lnTo>
                  <a:lnTo>
                    <a:pt x="16513" y="455414"/>
                  </a:lnTo>
                  <a:lnTo>
                    <a:pt x="0" y="438972"/>
                  </a:lnTo>
                  <a:close/>
                </a:path>
                <a:path w="38100" h="560070">
                  <a:moveTo>
                    <a:pt x="0" y="543324"/>
                  </a:moveTo>
                  <a:lnTo>
                    <a:pt x="0" y="538202"/>
                  </a:lnTo>
                  <a:lnTo>
                    <a:pt x="483" y="535784"/>
                  </a:lnTo>
                  <a:lnTo>
                    <a:pt x="16513" y="521760"/>
                  </a:lnTo>
                  <a:lnTo>
                    <a:pt x="21562" y="521760"/>
                  </a:lnTo>
                  <a:lnTo>
                    <a:pt x="38076" y="538202"/>
                  </a:lnTo>
                  <a:lnTo>
                    <a:pt x="38076" y="543324"/>
                  </a:lnTo>
                  <a:lnTo>
                    <a:pt x="21562" y="559766"/>
                  </a:lnTo>
                  <a:lnTo>
                    <a:pt x="16513" y="559766"/>
                  </a:lnTo>
                  <a:lnTo>
                    <a:pt x="0" y="543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7650" y="0"/>
            <a:ext cx="3795731" cy="181202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7410" y="10499807"/>
            <a:ext cx="3977102" cy="612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00"/>
              </a:spcBef>
            </a:pPr>
            <a:r>
              <a:rPr sz="1200" spc="-110" dirty="0" smtClean="0">
                <a:latin typeface="Georgia" panose="02040502050405020303" pitchFamily="18" charset="0"/>
                <a:cs typeface="Calibri"/>
              </a:rPr>
              <a:t>And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90" dirty="0" smtClean="0">
                <a:latin typeface="Georgia" panose="02040502050405020303" pitchFamily="18" charset="0"/>
                <a:cs typeface="Calibri"/>
              </a:rPr>
              <a:t>more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 smtClean="0">
                <a:latin typeface="Georgia" panose="02040502050405020303" pitchFamily="18" charset="0"/>
                <a:cs typeface="Calibri"/>
              </a:rPr>
              <a:t>besides: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55" dirty="0" smtClean="0">
                <a:latin typeface="Georgia" panose="02040502050405020303" pitchFamily="18" charset="0"/>
                <a:cs typeface="Calibri"/>
              </a:rPr>
              <a:t>employers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accept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30" dirty="0" smtClean="0">
                <a:latin typeface="Georgia" panose="02040502050405020303" pitchFamily="18" charset="0"/>
                <a:cs typeface="Calibri"/>
              </a:rPr>
              <a:t>applications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85" dirty="0" smtClean="0">
                <a:latin typeface="Georgia" panose="02040502050405020303" pitchFamily="18" charset="0"/>
                <a:cs typeface="Calibri"/>
              </a:rPr>
              <a:t>from</a:t>
            </a:r>
            <a:r>
              <a:rPr sz="1200" spc="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 smtClean="0">
                <a:latin typeface="Georgia" panose="02040502050405020303" pitchFamily="18" charset="0"/>
                <a:cs typeface="Calibri"/>
              </a:rPr>
              <a:t>graduates </a:t>
            </a:r>
            <a:r>
              <a:rPr sz="1200" spc="-30" dirty="0" smtClean="0">
                <a:latin typeface="Georgia" panose="02040502050405020303" pitchFamily="18" charset="0"/>
                <a:cs typeface="Calibri"/>
              </a:rPr>
              <a:t>with</a:t>
            </a:r>
            <a:r>
              <a:rPr sz="1200" spc="-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70" dirty="0" smtClean="0">
                <a:latin typeface="Georgia" panose="02040502050405020303" pitchFamily="18" charset="0"/>
                <a:cs typeface="Calibri"/>
              </a:rPr>
              <a:t>any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55" dirty="0" smtClean="0">
                <a:latin typeface="Georgia" panose="02040502050405020303" pitchFamily="18" charset="0"/>
                <a:cs typeface="Calibri"/>
              </a:rPr>
              <a:t>degree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 smtClean="0">
                <a:latin typeface="Georgia" panose="02040502050405020303" pitchFamily="18" charset="0"/>
                <a:cs typeface="Calibri"/>
              </a:rPr>
              <a:t>subject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55" dirty="0" smtClean="0">
                <a:latin typeface="Georgia" panose="02040502050405020303" pitchFamily="18" charset="0"/>
                <a:cs typeface="Calibri"/>
              </a:rPr>
              <a:t>–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45" dirty="0" smtClean="0">
                <a:latin typeface="Georgia" panose="02040502050405020303" pitchFamily="18" charset="0"/>
                <a:cs typeface="Calibri"/>
              </a:rPr>
              <a:t>including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Criminology,</a:t>
            </a:r>
            <a:endParaRPr sz="1200" dirty="0" smtClean="0">
              <a:latin typeface="Georgia" panose="02040502050405020303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 smtClean="0">
                <a:latin typeface="Georgia" panose="02040502050405020303" pitchFamily="18" charset="0"/>
                <a:cs typeface="Calibri"/>
              </a:rPr>
              <a:t>so</a:t>
            </a:r>
            <a:r>
              <a:rPr sz="1200" spc="-1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60" dirty="0" smtClean="0">
                <a:latin typeface="Georgia" panose="02040502050405020303" pitchFamily="18" charset="0"/>
                <a:cs typeface="Calibri"/>
              </a:rPr>
              <a:t>don't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 restrict</a:t>
            </a:r>
            <a:r>
              <a:rPr sz="1200" spc="-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90" dirty="0" smtClean="0">
                <a:latin typeface="Georgia" panose="02040502050405020303" pitchFamily="18" charset="0"/>
                <a:cs typeface="Calibri"/>
              </a:rPr>
              <a:t>your</a:t>
            </a:r>
            <a:r>
              <a:rPr sz="120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 smtClean="0">
                <a:latin typeface="Georgia" panose="02040502050405020303" pitchFamily="18" charset="0"/>
                <a:cs typeface="Calibri"/>
              </a:rPr>
              <a:t>thinking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 smtClean="0">
                <a:latin typeface="Georgia" panose="02040502050405020303" pitchFamily="18" charset="0"/>
                <a:cs typeface="Calibri"/>
              </a:rPr>
              <a:t>to</a:t>
            </a:r>
            <a:r>
              <a:rPr sz="1200" spc="-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 smtClean="0">
                <a:latin typeface="Georgia" panose="02040502050405020303" pitchFamily="18" charset="0"/>
                <a:cs typeface="Calibri"/>
              </a:rPr>
              <a:t>the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 smtClean="0">
                <a:latin typeface="Georgia" panose="02040502050405020303" pitchFamily="18" charset="0"/>
                <a:cs typeface="Calibri"/>
              </a:rPr>
              <a:t>jobs</a:t>
            </a:r>
            <a:r>
              <a:rPr sz="1200" spc="-5" dirty="0" smtClean="0"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smtClean="0">
                <a:latin typeface="Georgia" panose="02040502050405020303" pitchFamily="18" charset="0"/>
                <a:cs typeface="Calibri"/>
              </a:rPr>
              <a:t>listed </a:t>
            </a:r>
            <a:r>
              <a:rPr sz="1200" spc="-20" dirty="0" smtClean="0">
                <a:latin typeface="Georgia" panose="02040502050405020303" pitchFamily="18" charset="0"/>
                <a:cs typeface="Calibri"/>
              </a:rPr>
              <a:t>here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50319" y="7492542"/>
            <a:ext cx="263883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254" dirty="0">
                <a:solidFill>
                  <a:srgbClr val="FFFFFF"/>
                </a:solidFill>
                <a:latin typeface="Arial Black" panose="020B0A04020102020204" pitchFamily="34" charset="0"/>
                <a:cs typeface="Tahoma"/>
              </a:rPr>
              <a:t>Checklist</a:t>
            </a:r>
            <a:endParaRPr sz="2800" u="sng" dirty="0">
              <a:latin typeface="Arial Black" panose="020B0A04020102020204" pitchFamily="34" charset="0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75792" y="8120929"/>
            <a:ext cx="1927225" cy="63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Register</a:t>
            </a:r>
            <a:r>
              <a:rPr sz="1200" spc="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to</a:t>
            </a:r>
            <a:r>
              <a:rPr sz="1200" spc="3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access</a:t>
            </a:r>
            <a:r>
              <a:rPr sz="1200" spc="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pathways </a:t>
            </a:r>
            <a:r>
              <a:rPr sz="1200" spc="-8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and</a:t>
            </a:r>
            <a:r>
              <a:rPr sz="1200" spc="3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support:</a:t>
            </a:r>
            <a:r>
              <a:rPr sz="1200" spc="3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 </a:t>
            </a:r>
            <a:r>
              <a:rPr sz="1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Calibri"/>
                <a:hlinkClick r:id="rId4"/>
              </a:rPr>
              <a:t>le.ac.uk/m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y</a:t>
            </a:r>
            <a:r>
              <a:rPr sz="1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Calibri"/>
                <a:hlinkClick r:id="rId4"/>
              </a:rPr>
              <a:t>-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 </a:t>
            </a:r>
            <a:r>
              <a:rPr sz="12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Calibri"/>
                <a:hlinkClick r:id="rId4"/>
              </a:rPr>
              <a:t>student-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4"/>
              </a:rPr>
              <a:t>j</a:t>
            </a:r>
            <a:r>
              <a:rPr sz="1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Calibri"/>
                <a:hlinkClick r:id="rId4"/>
              </a:rPr>
              <a:t>ourney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47853" y="9321279"/>
            <a:ext cx="1955164" cy="437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sz="1200" spc="-6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Attend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GB" sz="1200" spc="-6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5"/>
              </a:rPr>
              <a:t>Festival of Careers</a:t>
            </a:r>
            <a:r>
              <a:rPr sz="1200" spc="-6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industry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insights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and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more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07399" y="10598136"/>
            <a:ext cx="744220" cy="9525"/>
          </a:xfrm>
          <a:custGeom>
            <a:avLst/>
            <a:gdLst/>
            <a:ahLst/>
            <a:cxnLst/>
            <a:rect l="l" t="t" r="r" b="b"/>
            <a:pathLst>
              <a:path w="744220" h="9525">
                <a:moveTo>
                  <a:pt x="743839" y="0"/>
                </a:moveTo>
                <a:lnTo>
                  <a:pt x="93179" y="0"/>
                </a:lnTo>
                <a:lnTo>
                  <a:pt x="0" y="0"/>
                </a:lnTo>
                <a:lnTo>
                  <a:pt x="0" y="9525"/>
                </a:lnTo>
                <a:lnTo>
                  <a:pt x="93179" y="9525"/>
                </a:lnTo>
                <a:lnTo>
                  <a:pt x="743839" y="9525"/>
                </a:lnTo>
                <a:lnTo>
                  <a:pt x="7438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150592" y="10387434"/>
            <a:ext cx="1873885" cy="66300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60"/>
              </a:spcBef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Georgia" panose="02040502050405020303" pitchFamily="18" charset="0"/>
                <a:cs typeface="Lucida Sans Unicode"/>
                <a:hlinkClick r:id="rId6"/>
              </a:rPr>
              <a:t>Book</a:t>
            </a:r>
            <a:r>
              <a:rPr sz="1200" u="sng" spc="-65" dirty="0">
                <a:uFill>
                  <a:solidFill>
                    <a:srgbClr val="000000"/>
                  </a:solidFill>
                </a:uFill>
                <a:latin typeface="Georgia" panose="02040502050405020303" pitchFamily="18" charset="0"/>
                <a:cs typeface="Lucida Sans Unicode"/>
                <a:hlinkClick r:id="rId6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Georgia" panose="02040502050405020303" pitchFamily="18" charset="0"/>
                <a:cs typeface="Lucida Sans Unicode"/>
                <a:hlinkClick r:id="rId6"/>
              </a:rPr>
              <a:t>an</a:t>
            </a:r>
            <a:r>
              <a:rPr sz="1200" u="sng" spc="-65" dirty="0">
                <a:uFill>
                  <a:solidFill>
                    <a:srgbClr val="000000"/>
                  </a:solidFill>
                </a:uFill>
                <a:latin typeface="Georgia" panose="02040502050405020303" pitchFamily="18" charset="0"/>
                <a:cs typeface="Lucida Sans Unicode"/>
                <a:hlinkClick r:id="rId6"/>
              </a:rPr>
              <a:t> 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Georgia" panose="02040502050405020303" pitchFamily="18" charset="0"/>
                <a:cs typeface="Lucida Sans Unicode"/>
                <a:hlinkClick r:id="rId6"/>
              </a:rPr>
              <a:t>a</a:t>
            </a:r>
            <a:r>
              <a:rPr sz="1200" spc="-25" dirty="0">
                <a:latin typeface="Georgia" panose="02040502050405020303" pitchFamily="18" charset="0"/>
                <a:cs typeface="Lucida Sans Unicode"/>
                <a:hlinkClick r:id="rId6"/>
              </a:rPr>
              <a:t>ppoitment</a:t>
            </a:r>
            <a:r>
              <a:rPr sz="1200" spc="-65" dirty="0">
                <a:latin typeface="Georgia" panose="02040502050405020303" pitchFamily="18" charset="0"/>
                <a:cs typeface="Lucida Sans Unicode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with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 </a:t>
            </a:r>
            <a:r>
              <a:rPr sz="1200" spc="-4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career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coach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to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discuss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your 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options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12678" y="11748005"/>
            <a:ext cx="2118360" cy="4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Get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your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CV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checked</a:t>
            </a:r>
            <a:r>
              <a:rPr sz="1200" spc="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and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participate in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mock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interview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8044984"/>
            <a:ext cx="8055609" cy="7185600"/>
            <a:chOff x="0" y="8044991"/>
            <a:chExt cx="8055166" cy="7185813"/>
          </a:xfrm>
        </p:grpSpPr>
        <p:sp>
          <p:nvSpPr>
            <p:cNvPr id="36" name="object 36"/>
            <p:cNvSpPr/>
            <p:nvPr/>
          </p:nvSpPr>
          <p:spPr>
            <a:xfrm>
              <a:off x="7497636" y="8044991"/>
              <a:ext cx="557530" cy="5478145"/>
            </a:xfrm>
            <a:custGeom>
              <a:avLst/>
              <a:gdLst/>
              <a:ahLst/>
              <a:cxnLst/>
              <a:rect l="l" t="t" r="r" b="b"/>
              <a:pathLst>
                <a:path w="557529" h="5478144">
                  <a:moveTo>
                    <a:pt x="523544" y="1529232"/>
                  </a:moveTo>
                  <a:lnTo>
                    <a:pt x="519315" y="1482166"/>
                  </a:lnTo>
                  <a:lnTo>
                    <a:pt x="507149" y="1437868"/>
                  </a:lnTo>
                  <a:lnTo>
                    <a:pt x="487781" y="1397076"/>
                  </a:lnTo>
                  <a:lnTo>
                    <a:pt x="461937" y="1360538"/>
                  </a:lnTo>
                  <a:lnTo>
                    <a:pt x="430390" y="1328978"/>
                  </a:lnTo>
                  <a:lnTo>
                    <a:pt x="393852" y="1303134"/>
                  </a:lnTo>
                  <a:lnTo>
                    <a:pt x="353072" y="1283766"/>
                  </a:lnTo>
                  <a:lnTo>
                    <a:pt x="308800" y="1271612"/>
                  </a:lnTo>
                  <a:lnTo>
                    <a:pt x="261759" y="1267383"/>
                  </a:lnTo>
                  <a:lnTo>
                    <a:pt x="214693" y="1271612"/>
                  </a:lnTo>
                  <a:lnTo>
                    <a:pt x="170408" y="1283766"/>
                  </a:lnTo>
                  <a:lnTo>
                    <a:pt x="129616" y="1303134"/>
                  </a:lnTo>
                  <a:lnTo>
                    <a:pt x="93091" y="1328966"/>
                  </a:lnTo>
                  <a:lnTo>
                    <a:pt x="61544" y="1360525"/>
                  </a:lnTo>
                  <a:lnTo>
                    <a:pt x="35725" y="1397076"/>
                  </a:lnTo>
                  <a:lnTo>
                    <a:pt x="16370" y="1437855"/>
                  </a:lnTo>
                  <a:lnTo>
                    <a:pt x="4203" y="1482153"/>
                  </a:lnTo>
                  <a:lnTo>
                    <a:pt x="0" y="1529219"/>
                  </a:lnTo>
                  <a:lnTo>
                    <a:pt x="4203" y="1576273"/>
                  </a:lnTo>
                  <a:lnTo>
                    <a:pt x="16370" y="1620570"/>
                  </a:lnTo>
                  <a:lnTo>
                    <a:pt x="35725" y="1661337"/>
                  </a:lnTo>
                  <a:lnTo>
                    <a:pt x="61544" y="1697875"/>
                  </a:lnTo>
                  <a:lnTo>
                    <a:pt x="93091" y="1729409"/>
                  </a:lnTo>
                  <a:lnTo>
                    <a:pt x="129616" y="1755216"/>
                  </a:lnTo>
                  <a:lnTo>
                    <a:pt x="170408" y="1774571"/>
                  </a:lnTo>
                  <a:lnTo>
                    <a:pt x="214693" y="1786724"/>
                  </a:lnTo>
                  <a:lnTo>
                    <a:pt x="261759" y="1790941"/>
                  </a:lnTo>
                  <a:lnTo>
                    <a:pt x="308800" y="1786724"/>
                  </a:lnTo>
                  <a:lnTo>
                    <a:pt x="353085" y="1774571"/>
                  </a:lnTo>
                  <a:lnTo>
                    <a:pt x="393865" y="1755228"/>
                  </a:lnTo>
                  <a:lnTo>
                    <a:pt x="430403" y="1729409"/>
                  </a:lnTo>
                  <a:lnTo>
                    <a:pt x="461949" y="1697875"/>
                  </a:lnTo>
                  <a:lnTo>
                    <a:pt x="487794" y="1661350"/>
                  </a:lnTo>
                  <a:lnTo>
                    <a:pt x="507161" y="1620583"/>
                  </a:lnTo>
                  <a:lnTo>
                    <a:pt x="519328" y="1576298"/>
                  </a:lnTo>
                  <a:lnTo>
                    <a:pt x="523544" y="1529232"/>
                  </a:lnTo>
                  <a:close/>
                </a:path>
                <a:path w="557529" h="5478144">
                  <a:moveTo>
                    <a:pt x="543255" y="261835"/>
                  </a:moveTo>
                  <a:lnTo>
                    <a:pt x="539026" y="214769"/>
                  </a:lnTo>
                  <a:lnTo>
                    <a:pt x="526859" y="170472"/>
                  </a:lnTo>
                  <a:lnTo>
                    <a:pt x="507492" y="129679"/>
                  </a:lnTo>
                  <a:lnTo>
                    <a:pt x="481660" y="93141"/>
                  </a:lnTo>
                  <a:lnTo>
                    <a:pt x="450100" y="61582"/>
                  </a:lnTo>
                  <a:lnTo>
                    <a:pt x="413562" y="35750"/>
                  </a:lnTo>
                  <a:lnTo>
                    <a:pt x="372783" y="16370"/>
                  </a:lnTo>
                  <a:lnTo>
                    <a:pt x="328510" y="4216"/>
                  </a:lnTo>
                  <a:lnTo>
                    <a:pt x="281470" y="0"/>
                  </a:lnTo>
                  <a:lnTo>
                    <a:pt x="234403" y="4216"/>
                  </a:lnTo>
                  <a:lnTo>
                    <a:pt x="190119" y="16370"/>
                  </a:lnTo>
                  <a:lnTo>
                    <a:pt x="149339" y="35737"/>
                  </a:lnTo>
                  <a:lnTo>
                    <a:pt x="112801" y="61582"/>
                  </a:lnTo>
                  <a:lnTo>
                    <a:pt x="81254" y="93129"/>
                  </a:lnTo>
                  <a:lnTo>
                    <a:pt x="55435" y="129679"/>
                  </a:lnTo>
                  <a:lnTo>
                    <a:pt x="36080" y="170459"/>
                  </a:lnTo>
                  <a:lnTo>
                    <a:pt x="23926" y="214757"/>
                  </a:lnTo>
                  <a:lnTo>
                    <a:pt x="19710" y="261823"/>
                  </a:lnTo>
                  <a:lnTo>
                    <a:pt x="23926" y="308876"/>
                  </a:lnTo>
                  <a:lnTo>
                    <a:pt x="36080" y="353174"/>
                  </a:lnTo>
                  <a:lnTo>
                    <a:pt x="55435" y="393954"/>
                  </a:lnTo>
                  <a:lnTo>
                    <a:pt x="81254" y="430479"/>
                  </a:lnTo>
                  <a:lnTo>
                    <a:pt x="112801" y="462013"/>
                  </a:lnTo>
                  <a:lnTo>
                    <a:pt x="149339" y="487819"/>
                  </a:lnTo>
                  <a:lnTo>
                    <a:pt x="190119" y="507174"/>
                  </a:lnTo>
                  <a:lnTo>
                    <a:pt x="234403" y="519328"/>
                  </a:lnTo>
                  <a:lnTo>
                    <a:pt x="281470" y="523544"/>
                  </a:lnTo>
                  <a:lnTo>
                    <a:pt x="328510" y="519328"/>
                  </a:lnTo>
                  <a:lnTo>
                    <a:pt x="372795" y="507174"/>
                  </a:lnTo>
                  <a:lnTo>
                    <a:pt x="413575" y="487832"/>
                  </a:lnTo>
                  <a:lnTo>
                    <a:pt x="450113" y="462013"/>
                  </a:lnTo>
                  <a:lnTo>
                    <a:pt x="481672" y="430479"/>
                  </a:lnTo>
                  <a:lnTo>
                    <a:pt x="507504" y="393954"/>
                  </a:lnTo>
                  <a:lnTo>
                    <a:pt x="526872" y="353187"/>
                  </a:lnTo>
                  <a:lnTo>
                    <a:pt x="539038" y="308902"/>
                  </a:lnTo>
                  <a:lnTo>
                    <a:pt x="543255" y="261835"/>
                  </a:lnTo>
                  <a:close/>
                </a:path>
                <a:path w="557529" h="5478144">
                  <a:moveTo>
                    <a:pt x="543636" y="4003560"/>
                  </a:moveTo>
                  <a:lnTo>
                    <a:pt x="539407" y="3956494"/>
                  </a:lnTo>
                  <a:lnTo>
                    <a:pt x="527240" y="3912197"/>
                  </a:lnTo>
                  <a:lnTo>
                    <a:pt x="507873" y="3871404"/>
                  </a:lnTo>
                  <a:lnTo>
                    <a:pt x="482041" y="3834854"/>
                  </a:lnTo>
                  <a:lnTo>
                    <a:pt x="450481" y="3803294"/>
                  </a:lnTo>
                  <a:lnTo>
                    <a:pt x="413943" y="3777462"/>
                  </a:lnTo>
                  <a:lnTo>
                    <a:pt x="373164" y="3758095"/>
                  </a:lnTo>
                  <a:lnTo>
                    <a:pt x="328891" y="3745928"/>
                  </a:lnTo>
                  <a:lnTo>
                    <a:pt x="281851" y="3741712"/>
                  </a:lnTo>
                  <a:lnTo>
                    <a:pt x="234784" y="3745928"/>
                  </a:lnTo>
                  <a:lnTo>
                    <a:pt x="190500" y="3758095"/>
                  </a:lnTo>
                  <a:lnTo>
                    <a:pt x="149720" y="3777462"/>
                  </a:lnTo>
                  <a:lnTo>
                    <a:pt x="113182" y="3803294"/>
                  </a:lnTo>
                  <a:lnTo>
                    <a:pt x="81635" y="3834854"/>
                  </a:lnTo>
                  <a:lnTo>
                    <a:pt x="55816" y="3871391"/>
                  </a:lnTo>
                  <a:lnTo>
                    <a:pt x="36461" y="3912184"/>
                  </a:lnTo>
                  <a:lnTo>
                    <a:pt x="24307" y="3956481"/>
                  </a:lnTo>
                  <a:lnTo>
                    <a:pt x="20091" y="4003535"/>
                  </a:lnTo>
                  <a:lnTo>
                    <a:pt x="24307" y="4050601"/>
                  </a:lnTo>
                  <a:lnTo>
                    <a:pt x="36461" y="4094886"/>
                  </a:lnTo>
                  <a:lnTo>
                    <a:pt x="55816" y="4135666"/>
                  </a:lnTo>
                  <a:lnTo>
                    <a:pt x="81635" y="4172191"/>
                  </a:lnTo>
                  <a:lnTo>
                    <a:pt x="113182" y="4203738"/>
                  </a:lnTo>
                  <a:lnTo>
                    <a:pt x="149720" y="4229544"/>
                  </a:lnTo>
                  <a:lnTo>
                    <a:pt x="190500" y="4248899"/>
                  </a:lnTo>
                  <a:lnTo>
                    <a:pt x="234784" y="4261053"/>
                  </a:lnTo>
                  <a:lnTo>
                    <a:pt x="281851" y="4265269"/>
                  </a:lnTo>
                  <a:lnTo>
                    <a:pt x="328891" y="4261053"/>
                  </a:lnTo>
                  <a:lnTo>
                    <a:pt x="373176" y="4248899"/>
                  </a:lnTo>
                  <a:lnTo>
                    <a:pt x="413956" y="4229557"/>
                  </a:lnTo>
                  <a:lnTo>
                    <a:pt x="450494" y="4203738"/>
                  </a:lnTo>
                  <a:lnTo>
                    <a:pt x="482053" y="4172204"/>
                  </a:lnTo>
                  <a:lnTo>
                    <a:pt x="507885" y="4135678"/>
                  </a:lnTo>
                  <a:lnTo>
                    <a:pt x="527253" y="4094911"/>
                  </a:lnTo>
                  <a:lnTo>
                    <a:pt x="539419" y="4050614"/>
                  </a:lnTo>
                  <a:lnTo>
                    <a:pt x="543636" y="4003560"/>
                  </a:lnTo>
                  <a:close/>
                </a:path>
                <a:path w="557529" h="5478144">
                  <a:moveTo>
                    <a:pt x="557530" y="5215839"/>
                  </a:moveTo>
                  <a:lnTo>
                    <a:pt x="553313" y="5168773"/>
                  </a:lnTo>
                  <a:lnTo>
                    <a:pt x="541147" y="5124475"/>
                  </a:lnTo>
                  <a:lnTo>
                    <a:pt x="521766" y="5083683"/>
                  </a:lnTo>
                  <a:lnTo>
                    <a:pt x="495935" y="5047145"/>
                  </a:lnTo>
                  <a:lnTo>
                    <a:pt x="464375" y="5015585"/>
                  </a:lnTo>
                  <a:lnTo>
                    <a:pt x="427837" y="4989754"/>
                  </a:lnTo>
                  <a:lnTo>
                    <a:pt x="387057" y="4970386"/>
                  </a:lnTo>
                  <a:lnTo>
                    <a:pt x="342785" y="4958219"/>
                  </a:lnTo>
                  <a:lnTo>
                    <a:pt x="295757" y="4954003"/>
                  </a:lnTo>
                  <a:lnTo>
                    <a:pt x="248691" y="4958219"/>
                  </a:lnTo>
                  <a:lnTo>
                    <a:pt x="204393" y="4970386"/>
                  </a:lnTo>
                  <a:lnTo>
                    <a:pt x="163614" y="4989754"/>
                  </a:lnTo>
                  <a:lnTo>
                    <a:pt x="127076" y="5015585"/>
                  </a:lnTo>
                  <a:lnTo>
                    <a:pt x="95542" y="5047145"/>
                  </a:lnTo>
                  <a:lnTo>
                    <a:pt x="69710" y="5083683"/>
                  </a:lnTo>
                  <a:lnTo>
                    <a:pt x="50355" y="5124475"/>
                  </a:lnTo>
                  <a:lnTo>
                    <a:pt x="38201" y="5168760"/>
                  </a:lnTo>
                  <a:lnTo>
                    <a:pt x="33985" y="5215826"/>
                  </a:lnTo>
                  <a:lnTo>
                    <a:pt x="38201" y="5262892"/>
                  </a:lnTo>
                  <a:lnTo>
                    <a:pt x="50355" y="5307177"/>
                  </a:lnTo>
                  <a:lnTo>
                    <a:pt x="69710" y="5347957"/>
                  </a:lnTo>
                  <a:lnTo>
                    <a:pt x="95542" y="5384482"/>
                  </a:lnTo>
                  <a:lnTo>
                    <a:pt x="127076" y="5416016"/>
                  </a:lnTo>
                  <a:lnTo>
                    <a:pt x="163614" y="5441835"/>
                  </a:lnTo>
                  <a:lnTo>
                    <a:pt x="204393" y="5461178"/>
                  </a:lnTo>
                  <a:lnTo>
                    <a:pt x="248691" y="5473331"/>
                  </a:lnTo>
                  <a:lnTo>
                    <a:pt x="295757" y="5477548"/>
                  </a:lnTo>
                  <a:lnTo>
                    <a:pt x="342785" y="5473331"/>
                  </a:lnTo>
                  <a:lnTo>
                    <a:pt x="387070" y="5461190"/>
                  </a:lnTo>
                  <a:lnTo>
                    <a:pt x="427850" y="5441835"/>
                  </a:lnTo>
                  <a:lnTo>
                    <a:pt x="464388" y="5416029"/>
                  </a:lnTo>
                  <a:lnTo>
                    <a:pt x="495947" y="5384495"/>
                  </a:lnTo>
                  <a:lnTo>
                    <a:pt x="521779" y="5347970"/>
                  </a:lnTo>
                  <a:lnTo>
                    <a:pt x="541147" y="5307190"/>
                  </a:lnTo>
                  <a:lnTo>
                    <a:pt x="553313" y="5262905"/>
                  </a:lnTo>
                  <a:lnTo>
                    <a:pt x="557530" y="52158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5939" y="12553682"/>
              <a:ext cx="619125" cy="970280"/>
            </a:xfrm>
            <a:custGeom>
              <a:avLst/>
              <a:gdLst/>
              <a:ahLst/>
              <a:cxnLst/>
              <a:rect l="l" t="t" r="r" b="b"/>
              <a:pathLst>
                <a:path w="619125" h="970280">
                  <a:moveTo>
                    <a:pt x="603808" y="122415"/>
                  </a:moveTo>
                  <a:lnTo>
                    <a:pt x="602145" y="119367"/>
                  </a:lnTo>
                  <a:lnTo>
                    <a:pt x="599363" y="117589"/>
                  </a:lnTo>
                  <a:lnTo>
                    <a:pt x="574992" y="101663"/>
                  </a:lnTo>
                  <a:lnTo>
                    <a:pt x="574992" y="125196"/>
                  </a:lnTo>
                  <a:lnTo>
                    <a:pt x="427240" y="211518"/>
                  </a:lnTo>
                  <a:lnTo>
                    <a:pt x="427240" y="28689"/>
                  </a:lnTo>
                  <a:lnTo>
                    <a:pt x="574992" y="125196"/>
                  </a:lnTo>
                  <a:lnTo>
                    <a:pt x="574992" y="101663"/>
                  </a:lnTo>
                  <a:lnTo>
                    <a:pt x="427240" y="5118"/>
                  </a:lnTo>
                  <a:lnTo>
                    <a:pt x="422833" y="2222"/>
                  </a:lnTo>
                  <a:lnTo>
                    <a:pt x="419735" y="228"/>
                  </a:lnTo>
                  <a:lnTo>
                    <a:pt x="415721" y="0"/>
                  </a:lnTo>
                  <a:lnTo>
                    <a:pt x="412432" y="1739"/>
                  </a:lnTo>
                  <a:lnTo>
                    <a:pt x="409130" y="3390"/>
                  </a:lnTo>
                  <a:lnTo>
                    <a:pt x="407073" y="6718"/>
                  </a:lnTo>
                  <a:lnTo>
                    <a:pt x="407073" y="113004"/>
                  </a:lnTo>
                  <a:lnTo>
                    <a:pt x="18135" y="113004"/>
                  </a:lnTo>
                  <a:lnTo>
                    <a:pt x="13627" y="117322"/>
                  </a:lnTo>
                  <a:lnTo>
                    <a:pt x="13627" y="128143"/>
                  </a:lnTo>
                  <a:lnTo>
                    <a:pt x="18135" y="132486"/>
                  </a:lnTo>
                  <a:lnTo>
                    <a:pt x="407073" y="132486"/>
                  </a:lnTo>
                  <a:lnTo>
                    <a:pt x="407073" y="232333"/>
                  </a:lnTo>
                  <a:lnTo>
                    <a:pt x="409003" y="235559"/>
                  </a:lnTo>
                  <a:lnTo>
                    <a:pt x="415353" y="239014"/>
                  </a:lnTo>
                  <a:lnTo>
                    <a:pt x="419227" y="238975"/>
                  </a:lnTo>
                  <a:lnTo>
                    <a:pt x="598944" y="133997"/>
                  </a:lnTo>
                  <a:lnTo>
                    <a:pt x="601865" y="132270"/>
                  </a:lnTo>
                  <a:lnTo>
                    <a:pt x="603707" y="129235"/>
                  </a:lnTo>
                  <a:lnTo>
                    <a:pt x="603808" y="125907"/>
                  </a:lnTo>
                  <a:lnTo>
                    <a:pt x="603808" y="122415"/>
                  </a:lnTo>
                  <a:close/>
                </a:path>
                <a:path w="619125" h="970280">
                  <a:moveTo>
                    <a:pt x="618731" y="844042"/>
                  </a:moveTo>
                  <a:lnTo>
                    <a:pt x="616978" y="840752"/>
                  </a:lnTo>
                  <a:lnTo>
                    <a:pt x="614070" y="838835"/>
                  </a:lnTo>
                  <a:lnTo>
                    <a:pt x="588518" y="821639"/>
                  </a:lnTo>
                  <a:lnTo>
                    <a:pt x="588518" y="847051"/>
                  </a:lnTo>
                  <a:lnTo>
                    <a:pt x="433628" y="940269"/>
                  </a:lnTo>
                  <a:lnTo>
                    <a:pt x="433628" y="742823"/>
                  </a:lnTo>
                  <a:lnTo>
                    <a:pt x="588518" y="847051"/>
                  </a:lnTo>
                  <a:lnTo>
                    <a:pt x="588518" y="821639"/>
                  </a:lnTo>
                  <a:lnTo>
                    <a:pt x="433628" y="717346"/>
                  </a:lnTo>
                  <a:lnTo>
                    <a:pt x="428993" y="714235"/>
                  </a:lnTo>
                  <a:lnTo>
                    <a:pt x="425742" y="712089"/>
                  </a:lnTo>
                  <a:lnTo>
                    <a:pt x="421538" y="711835"/>
                  </a:lnTo>
                  <a:lnTo>
                    <a:pt x="418096" y="713714"/>
                  </a:lnTo>
                  <a:lnTo>
                    <a:pt x="414629" y="715492"/>
                  </a:lnTo>
                  <a:lnTo>
                    <a:pt x="412470" y="719086"/>
                  </a:lnTo>
                  <a:lnTo>
                    <a:pt x="412470" y="833869"/>
                  </a:lnTo>
                  <a:lnTo>
                    <a:pt x="4724" y="833869"/>
                  </a:lnTo>
                  <a:lnTo>
                    <a:pt x="0" y="838542"/>
                  </a:lnTo>
                  <a:lnTo>
                    <a:pt x="0" y="850226"/>
                  </a:lnTo>
                  <a:lnTo>
                    <a:pt x="4724" y="854913"/>
                  </a:lnTo>
                  <a:lnTo>
                    <a:pt x="412470" y="854913"/>
                  </a:lnTo>
                  <a:lnTo>
                    <a:pt x="412470" y="962748"/>
                  </a:lnTo>
                  <a:lnTo>
                    <a:pt x="414502" y="966241"/>
                  </a:lnTo>
                  <a:lnTo>
                    <a:pt x="421157" y="969962"/>
                  </a:lnTo>
                  <a:lnTo>
                    <a:pt x="425221" y="969924"/>
                  </a:lnTo>
                  <a:lnTo>
                    <a:pt x="613638" y="856551"/>
                  </a:lnTo>
                  <a:lnTo>
                    <a:pt x="616686" y="854684"/>
                  </a:lnTo>
                  <a:lnTo>
                    <a:pt x="618617" y="851408"/>
                  </a:lnTo>
                  <a:lnTo>
                    <a:pt x="618731" y="847801"/>
                  </a:lnTo>
                  <a:lnTo>
                    <a:pt x="618731" y="844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6192" y="9951034"/>
              <a:ext cx="523549" cy="105643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774317" y="11141404"/>
              <a:ext cx="38100" cy="1828164"/>
            </a:xfrm>
            <a:custGeom>
              <a:avLst/>
              <a:gdLst/>
              <a:ahLst/>
              <a:cxnLst/>
              <a:rect l="l" t="t" r="r" b="b"/>
              <a:pathLst>
                <a:path w="38100" h="1828165">
                  <a:moveTo>
                    <a:pt x="38074" y="1806295"/>
                  </a:moveTo>
                  <a:lnTo>
                    <a:pt x="21564" y="1789849"/>
                  </a:lnTo>
                  <a:lnTo>
                    <a:pt x="16510" y="1789849"/>
                  </a:lnTo>
                  <a:lnTo>
                    <a:pt x="0" y="1806295"/>
                  </a:lnTo>
                  <a:lnTo>
                    <a:pt x="0" y="1811413"/>
                  </a:lnTo>
                  <a:lnTo>
                    <a:pt x="16510" y="1827860"/>
                  </a:lnTo>
                  <a:lnTo>
                    <a:pt x="21564" y="1827860"/>
                  </a:lnTo>
                  <a:lnTo>
                    <a:pt x="38074" y="1811413"/>
                  </a:lnTo>
                  <a:lnTo>
                    <a:pt x="38074" y="1806295"/>
                  </a:lnTo>
                  <a:close/>
                </a:path>
                <a:path w="38100" h="1828165">
                  <a:moveTo>
                    <a:pt x="38074" y="1701939"/>
                  </a:moveTo>
                  <a:lnTo>
                    <a:pt x="21564" y="1685505"/>
                  </a:lnTo>
                  <a:lnTo>
                    <a:pt x="16510" y="1685505"/>
                  </a:lnTo>
                  <a:lnTo>
                    <a:pt x="0" y="1701939"/>
                  </a:lnTo>
                  <a:lnTo>
                    <a:pt x="0" y="1707070"/>
                  </a:lnTo>
                  <a:lnTo>
                    <a:pt x="16510" y="1723504"/>
                  </a:lnTo>
                  <a:lnTo>
                    <a:pt x="21564" y="1723504"/>
                  </a:lnTo>
                  <a:lnTo>
                    <a:pt x="38074" y="1707070"/>
                  </a:lnTo>
                  <a:lnTo>
                    <a:pt x="38074" y="1701939"/>
                  </a:lnTo>
                  <a:close/>
                </a:path>
                <a:path w="38100" h="1828165">
                  <a:moveTo>
                    <a:pt x="38074" y="1597583"/>
                  </a:moveTo>
                  <a:lnTo>
                    <a:pt x="21564" y="1581150"/>
                  </a:lnTo>
                  <a:lnTo>
                    <a:pt x="16510" y="1581150"/>
                  </a:lnTo>
                  <a:lnTo>
                    <a:pt x="0" y="1597583"/>
                  </a:lnTo>
                  <a:lnTo>
                    <a:pt x="0" y="1602714"/>
                  </a:lnTo>
                  <a:lnTo>
                    <a:pt x="16510" y="1619148"/>
                  </a:lnTo>
                  <a:lnTo>
                    <a:pt x="21564" y="1619148"/>
                  </a:lnTo>
                  <a:lnTo>
                    <a:pt x="38074" y="1602714"/>
                  </a:lnTo>
                  <a:lnTo>
                    <a:pt x="38074" y="1597583"/>
                  </a:lnTo>
                  <a:close/>
                </a:path>
                <a:path w="38100" h="1828165">
                  <a:moveTo>
                    <a:pt x="38074" y="1493240"/>
                  </a:moveTo>
                  <a:lnTo>
                    <a:pt x="21564" y="1476794"/>
                  </a:lnTo>
                  <a:lnTo>
                    <a:pt x="16510" y="1476794"/>
                  </a:lnTo>
                  <a:lnTo>
                    <a:pt x="0" y="1493240"/>
                  </a:lnTo>
                  <a:lnTo>
                    <a:pt x="0" y="1498358"/>
                  </a:lnTo>
                  <a:lnTo>
                    <a:pt x="16510" y="1514805"/>
                  </a:lnTo>
                  <a:lnTo>
                    <a:pt x="21564" y="1514805"/>
                  </a:lnTo>
                  <a:lnTo>
                    <a:pt x="38074" y="1498358"/>
                  </a:lnTo>
                  <a:lnTo>
                    <a:pt x="38074" y="1493240"/>
                  </a:lnTo>
                  <a:close/>
                </a:path>
                <a:path w="38100" h="1828165">
                  <a:moveTo>
                    <a:pt x="38074" y="1388884"/>
                  </a:moveTo>
                  <a:lnTo>
                    <a:pt x="21564" y="1372438"/>
                  </a:lnTo>
                  <a:lnTo>
                    <a:pt x="16510" y="1372438"/>
                  </a:lnTo>
                  <a:lnTo>
                    <a:pt x="0" y="1388884"/>
                  </a:lnTo>
                  <a:lnTo>
                    <a:pt x="0" y="1394002"/>
                  </a:lnTo>
                  <a:lnTo>
                    <a:pt x="16510" y="1410449"/>
                  </a:lnTo>
                  <a:lnTo>
                    <a:pt x="21564" y="1410449"/>
                  </a:lnTo>
                  <a:lnTo>
                    <a:pt x="38074" y="1394002"/>
                  </a:lnTo>
                  <a:lnTo>
                    <a:pt x="38074" y="1388884"/>
                  </a:lnTo>
                  <a:close/>
                </a:path>
                <a:path w="38100" h="1828165">
                  <a:moveTo>
                    <a:pt x="38074" y="1284528"/>
                  </a:moveTo>
                  <a:lnTo>
                    <a:pt x="21564" y="1268095"/>
                  </a:lnTo>
                  <a:lnTo>
                    <a:pt x="16510" y="1268095"/>
                  </a:lnTo>
                  <a:lnTo>
                    <a:pt x="0" y="1284528"/>
                  </a:lnTo>
                  <a:lnTo>
                    <a:pt x="0" y="1289659"/>
                  </a:lnTo>
                  <a:lnTo>
                    <a:pt x="16510" y="1306093"/>
                  </a:lnTo>
                  <a:lnTo>
                    <a:pt x="21564" y="1306093"/>
                  </a:lnTo>
                  <a:lnTo>
                    <a:pt x="38074" y="1289659"/>
                  </a:lnTo>
                  <a:lnTo>
                    <a:pt x="38074" y="1284528"/>
                  </a:lnTo>
                  <a:close/>
                </a:path>
                <a:path w="38100" h="1828165">
                  <a:moveTo>
                    <a:pt x="38074" y="538200"/>
                  </a:moveTo>
                  <a:lnTo>
                    <a:pt x="21564" y="521766"/>
                  </a:lnTo>
                  <a:lnTo>
                    <a:pt x="16510" y="521766"/>
                  </a:lnTo>
                  <a:lnTo>
                    <a:pt x="0" y="538200"/>
                  </a:lnTo>
                  <a:lnTo>
                    <a:pt x="0" y="543331"/>
                  </a:lnTo>
                  <a:lnTo>
                    <a:pt x="16510" y="559765"/>
                  </a:lnTo>
                  <a:lnTo>
                    <a:pt x="21564" y="559765"/>
                  </a:lnTo>
                  <a:lnTo>
                    <a:pt x="38074" y="543331"/>
                  </a:lnTo>
                  <a:lnTo>
                    <a:pt x="38074" y="538200"/>
                  </a:lnTo>
                  <a:close/>
                </a:path>
                <a:path w="38100" h="1828165">
                  <a:moveTo>
                    <a:pt x="38074" y="433857"/>
                  </a:moveTo>
                  <a:lnTo>
                    <a:pt x="21564" y="417410"/>
                  </a:lnTo>
                  <a:lnTo>
                    <a:pt x="16510" y="417410"/>
                  </a:lnTo>
                  <a:lnTo>
                    <a:pt x="0" y="433857"/>
                  </a:lnTo>
                  <a:lnTo>
                    <a:pt x="0" y="438975"/>
                  </a:lnTo>
                  <a:lnTo>
                    <a:pt x="16510" y="455422"/>
                  </a:lnTo>
                  <a:lnTo>
                    <a:pt x="21564" y="455422"/>
                  </a:lnTo>
                  <a:lnTo>
                    <a:pt x="38074" y="438975"/>
                  </a:lnTo>
                  <a:lnTo>
                    <a:pt x="38074" y="433857"/>
                  </a:lnTo>
                  <a:close/>
                </a:path>
                <a:path w="38100" h="1828165">
                  <a:moveTo>
                    <a:pt x="38074" y="329501"/>
                  </a:moveTo>
                  <a:lnTo>
                    <a:pt x="21564" y="313055"/>
                  </a:lnTo>
                  <a:lnTo>
                    <a:pt x="16510" y="313055"/>
                  </a:lnTo>
                  <a:lnTo>
                    <a:pt x="0" y="329501"/>
                  </a:lnTo>
                  <a:lnTo>
                    <a:pt x="0" y="334619"/>
                  </a:lnTo>
                  <a:lnTo>
                    <a:pt x="16510" y="351066"/>
                  </a:lnTo>
                  <a:lnTo>
                    <a:pt x="21564" y="351066"/>
                  </a:lnTo>
                  <a:lnTo>
                    <a:pt x="38074" y="334619"/>
                  </a:lnTo>
                  <a:lnTo>
                    <a:pt x="38074" y="329501"/>
                  </a:lnTo>
                  <a:close/>
                </a:path>
                <a:path w="38100" h="1828165">
                  <a:moveTo>
                    <a:pt x="38074" y="225145"/>
                  </a:moveTo>
                  <a:lnTo>
                    <a:pt x="21564" y="208711"/>
                  </a:lnTo>
                  <a:lnTo>
                    <a:pt x="16510" y="208711"/>
                  </a:lnTo>
                  <a:lnTo>
                    <a:pt x="0" y="225145"/>
                  </a:lnTo>
                  <a:lnTo>
                    <a:pt x="0" y="230276"/>
                  </a:lnTo>
                  <a:lnTo>
                    <a:pt x="16510" y="246710"/>
                  </a:lnTo>
                  <a:lnTo>
                    <a:pt x="21564" y="246710"/>
                  </a:lnTo>
                  <a:lnTo>
                    <a:pt x="38074" y="230276"/>
                  </a:lnTo>
                  <a:lnTo>
                    <a:pt x="38074" y="225145"/>
                  </a:lnTo>
                  <a:close/>
                </a:path>
                <a:path w="38100" h="1828165">
                  <a:moveTo>
                    <a:pt x="38074" y="120802"/>
                  </a:moveTo>
                  <a:lnTo>
                    <a:pt x="21564" y="104355"/>
                  </a:lnTo>
                  <a:lnTo>
                    <a:pt x="16510" y="104355"/>
                  </a:lnTo>
                  <a:lnTo>
                    <a:pt x="0" y="120802"/>
                  </a:lnTo>
                  <a:lnTo>
                    <a:pt x="0" y="125920"/>
                  </a:lnTo>
                  <a:lnTo>
                    <a:pt x="16510" y="142367"/>
                  </a:lnTo>
                  <a:lnTo>
                    <a:pt x="21564" y="142367"/>
                  </a:lnTo>
                  <a:lnTo>
                    <a:pt x="38074" y="125920"/>
                  </a:lnTo>
                  <a:lnTo>
                    <a:pt x="38074" y="120802"/>
                  </a:lnTo>
                  <a:close/>
                </a:path>
                <a:path w="38100" h="1828165">
                  <a:moveTo>
                    <a:pt x="38074" y="16446"/>
                  </a:moveTo>
                  <a:lnTo>
                    <a:pt x="21564" y="0"/>
                  </a:lnTo>
                  <a:lnTo>
                    <a:pt x="16510" y="0"/>
                  </a:lnTo>
                  <a:lnTo>
                    <a:pt x="0" y="16446"/>
                  </a:lnTo>
                  <a:lnTo>
                    <a:pt x="0" y="21564"/>
                  </a:lnTo>
                  <a:lnTo>
                    <a:pt x="16510" y="38011"/>
                  </a:lnTo>
                  <a:lnTo>
                    <a:pt x="21564" y="38011"/>
                  </a:lnTo>
                  <a:lnTo>
                    <a:pt x="38074" y="21564"/>
                  </a:lnTo>
                  <a:lnTo>
                    <a:pt x="38074" y="16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69022" y="8193200"/>
              <a:ext cx="428625" cy="3997960"/>
            </a:xfrm>
            <a:custGeom>
              <a:avLst/>
              <a:gdLst/>
              <a:ahLst/>
              <a:cxnLst/>
              <a:rect l="l" t="t" r="r" b="b"/>
              <a:pathLst>
                <a:path w="428625" h="3997959">
                  <a:moveTo>
                    <a:pt x="104419" y="3771836"/>
                  </a:moveTo>
                  <a:lnTo>
                    <a:pt x="86525" y="3751516"/>
                  </a:lnTo>
                  <a:lnTo>
                    <a:pt x="82765" y="3741356"/>
                  </a:lnTo>
                  <a:lnTo>
                    <a:pt x="74777" y="3735006"/>
                  </a:lnTo>
                  <a:lnTo>
                    <a:pt x="59905" y="3735006"/>
                  </a:lnTo>
                  <a:lnTo>
                    <a:pt x="54152" y="3737546"/>
                  </a:lnTo>
                  <a:lnTo>
                    <a:pt x="49123" y="3743896"/>
                  </a:lnTo>
                  <a:lnTo>
                    <a:pt x="47612" y="3743896"/>
                  </a:lnTo>
                  <a:lnTo>
                    <a:pt x="32499" y="3748976"/>
                  </a:lnTo>
                  <a:lnTo>
                    <a:pt x="20421" y="3759136"/>
                  </a:lnTo>
                  <a:lnTo>
                    <a:pt x="12420" y="3771836"/>
                  </a:lnTo>
                  <a:lnTo>
                    <a:pt x="9512" y="3787076"/>
                  </a:lnTo>
                  <a:lnTo>
                    <a:pt x="9512" y="3801046"/>
                  </a:lnTo>
                  <a:lnTo>
                    <a:pt x="29679" y="3834066"/>
                  </a:lnTo>
                  <a:lnTo>
                    <a:pt x="44996" y="3840416"/>
                  </a:lnTo>
                  <a:lnTo>
                    <a:pt x="53606" y="3840416"/>
                  </a:lnTo>
                  <a:lnTo>
                    <a:pt x="70739" y="3837876"/>
                  </a:lnTo>
                  <a:lnTo>
                    <a:pt x="84759" y="3827716"/>
                  </a:lnTo>
                  <a:lnTo>
                    <a:pt x="94208" y="3813746"/>
                  </a:lnTo>
                  <a:lnTo>
                    <a:pt x="97688" y="3797236"/>
                  </a:lnTo>
                  <a:lnTo>
                    <a:pt x="97688" y="3788346"/>
                  </a:lnTo>
                  <a:lnTo>
                    <a:pt x="100063" y="3785806"/>
                  </a:lnTo>
                  <a:lnTo>
                    <a:pt x="100787" y="3783266"/>
                  </a:lnTo>
                  <a:lnTo>
                    <a:pt x="102514" y="3780726"/>
                  </a:lnTo>
                  <a:lnTo>
                    <a:pt x="103174" y="3779456"/>
                  </a:lnTo>
                  <a:lnTo>
                    <a:pt x="104216" y="3774376"/>
                  </a:lnTo>
                  <a:lnTo>
                    <a:pt x="104419" y="3771836"/>
                  </a:lnTo>
                  <a:close/>
                </a:path>
                <a:path w="428625" h="3997959">
                  <a:moveTo>
                    <a:pt x="105181" y="3804856"/>
                  </a:moveTo>
                  <a:lnTo>
                    <a:pt x="99263" y="3821366"/>
                  </a:lnTo>
                  <a:lnTo>
                    <a:pt x="87858" y="3836606"/>
                  </a:lnTo>
                  <a:lnTo>
                    <a:pt x="72224" y="3845496"/>
                  </a:lnTo>
                  <a:lnTo>
                    <a:pt x="53606" y="3849306"/>
                  </a:lnTo>
                  <a:lnTo>
                    <a:pt x="47612" y="3849306"/>
                  </a:lnTo>
                  <a:lnTo>
                    <a:pt x="41935" y="3848036"/>
                  </a:lnTo>
                  <a:lnTo>
                    <a:pt x="36588" y="3845496"/>
                  </a:lnTo>
                  <a:lnTo>
                    <a:pt x="42316" y="3849306"/>
                  </a:lnTo>
                  <a:lnTo>
                    <a:pt x="48628" y="3853116"/>
                  </a:lnTo>
                  <a:lnTo>
                    <a:pt x="55422" y="3854386"/>
                  </a:lnTo>
                  <a:lnTo>
                    <a:pt x="62649" y="3855656"/>
                  </a:lnTo>
                  <a:lnTo>
                    <a:pt x="79184" y="3851846"/>
                  </a:lnTo>
                  <a:lnTo>
                    <a:pt x="83045" y="3849306"/>
                  </a:lnTo>
                  <a:lnTo>
                    <a:pt x="92710" y="3842956"/>
                  </a:lnTo>
                  <a:lnTo>
                    <a:pt x="101841" y="3828986"/>
                  </a:lnTo>
                  <a:lnTo>
                    <a:pt x="105181" y="3812476"/>
                  </a:lnTo>
                  <a:lnTo>
                    <a:pt x="105181" y="3804856"/>
                  </a:lnTo>
                  <a:close/>
                </a:path>
                <a:path w="428625" h="3997959">
                  <a:moveTo>
                    <a:pt x="131813" y="1422704"/>
                  </a:moveTo>
                  <a:lnTo>
                    <a:pt x="106413" y="1414830"/>
                  </a:lnTo>
                  <a:lnTo>
                    <a:pt x="97980" y="1435823"/>
                  </a:lnTo>
                  <a:lnTo>
                    <a:pt x="36118" y="1479918"/>
                  </a:lnTo>
                  <a:lnTo>
                    <a:pt x="34544" y="1488554"/>
                  </a:lnTo>
                  <a:lnTo>
                    <a:pt x="41148" y="1498879"/>
                  </a:lnTo>
                  <a:lnTo>
                    <a:pt x="45300" y="1501013"/>
                  </a:lnTo>
                  <a:lnTo>
                    <a:pt x="52070" y="1501013"/>
                  </a:lnTo>
                  <a:lnTo>
                    <a:pt x="54635" y="1500238"/>
                  </a:lnTo>
                  <a:lnTo>
                    <a:pt x="118757" y="1454543"/>
                  </a:lnTo>
                  <a:lnTo>
                    <a:pt x="120548" y="1452079"/>
                  </a:lnTo>
                  <a:lnTo>
                    <a:pt x="121475" y="1449222"/>
                  </a:lnTo>
                  <a:lnTo>
                    <a:pt x="131813" y="1422704"/>
                  </a:lnTo>
                  <a:close/>
                </a:path>
                <a:path w="428625" h="3997959">
                  <a:moveTo>
                    <a:pt x="154114" y="3962336"/>
                  </a:moveTo>
                  <a:lnTo>
                    <a:pt x="152908" y="3954716"/>
                  </a:lnTo>
                  <a:lnTo>
                    <a:pt x="149529" y="3947096"/>
                  </a:lnTo>
                  <a:lnTo>
                    <a:pt x="144348" y="3942016"/>
                  </a:lnTo>
                  <a:lnTo>
                    <a:pt x="137731" y="3938206"/>
                  </a:lnTo>
                  <a:lnTo>
                    <a:pt x="136372" y="3936936"/>
                  </a:lnTo>
                  <a:lnTo>
                    <a:pt x="134937" y="3936936"/>
                  </a:lnTo>
                  <a:lnTo>
                    <a:pt x="132105" y="3935666"/>
                  </a:lnTo>
                  <a:lnTo>
                    <a:pt x="105168" y="3935666"/>
                  </a:lnTo>
                  <a:lnTo>
                    <a:pt x="105168" y="3891216"/>
                  </a:lnTo>
                  <a:lnTo>
                    <a:pt x="103009" y="3879786"/>
                  </a:lnTo>
                  <a:lnTo>
                    <a:pt x="97116" y="3870896"/>
                  </a:lnTo>
                  <a:lnTo>
                    <a:pt x="88379" y="3865816"/>
                  </a:lnTo>
                  <a:lnTo>
                    <a:pt x="77685" y="3863276"/>
                  </a:lnTo>
                  <a:lnTo>
                    <a:pt x="47574" y="3863276"/>
                  </a:lnTo>
                  <a:lnTo>
                    <a:pt x="36893" y="3865816"/>
                  </a:lnTo>
                  <a:lnTo>
                    <a:pt x="28155" y="3870896"/>
                  </a:lnTo>
                  <a:lnTo>
                    <a:pt x="22263" y="3879786"/>
                  </a:lnTo>
                  <a:lnTo>
                    <a:pt x="20091" y="3891216"/>
                  </a:lnTo>
                  <a:lnTo>
                    <a:pt x="20091" y="3955986"/>
                  </a:lnTo>
                  <a:lnTo>
                    <a:pt x="20294" y="3958526"/>
                  </a:lnTo>
                  <a:lnTo>
                    <a:pt x="20193" y="3959796"/>
                  </a:lnTo>
                  <a:lnTo>
                    <a:pt x="20091" y="3997896"/>
                  </a:lnTo>
                  <a:lnTo>
                    <a:pt x="127050" y="3997896"/>
                  </a:lnTo>
                  <a:lnTo>
                    <a:pt x="152527" y="3978846"/>
                  </a:lnTo>
                  <a:lnTo>
                    <a:pt x="152996" y="3977576"/>
                  </a:lnTo>
                  <a:lnTo>
                    <a:pt x="153809" y="3973766"/>
                  </a:lnTo>
                  <a:lnTo>
                    <a:pt x="154114" y="3972496"/>
                  </a:lnTo>
                  <a:lnTo>
                    <a:pt x="154114" y="3962336"/>
                  </a:lnTo>
                  <a:close/>
                </a:path>
                <a:path w="428625" h="3997959">
                  <a:moveTo>
                    <a:pt x="179781" y="3714623"/>
                  </a:moveTo>
                  <a:lnTo>
                    <a:pt x="156044" y="3690912"/>
                  </a:lnTo>
                  <a:lnTo>
                    <a:pt x="152768" y="3690912"/>
                  </a:lnTo>
                  <a:lnTo>
                    <a:pt x="148742" y="3694938"/>
                  </a:lnTo>
                  <a:lnTo>
                    <a:pt x="148742" y="3698227"/>
                  </a:lnTo>
                  <a:lnTo>
                    <a:pt x="171462" y="3720935"/>
                  </a:lnTo>
                  <a:lnTo>
                    <a:pt x="172783" y="3721430"/>
                  </a:lnTo>
                  <a:lnTo>
                    <a:pt x="175425" y="3721430"/>
                  </a:lnTo>
                  <a:lnTo>
                    <a:pt x="176758" y="3720935"/>
                  </a:lnTo>
                  <a:lnTo>
                    <a:pt x="179781" y="3717912"/>
                  </a:lnTo>
                  <a:lnTo>
                    <a:pt x="179781" y="3714623"/>
                  </a:lnTo>
                  <a:close/>
                </a:path>
                <a:path w="428625" h="3997959">
                  <a:moveTo>
                    <a:pt x="198780" y="1226426"/>
                  </a:moveTo>
                  <a:lnTo>
                    <a:pt x="196151" y="1212735"/>
                  </a:lnTo>
                  <a:lnTo>
                    <a:pt x="189014" y="1201559"/>
                  </a:lnTo>
                  <a:lnTo>
                    <a:pt x="178409" y="1194015"/>
                  </a:lnTo>
                  <a:lnTo>
                    <a:pt x="165442" y="1191260"/>
                  </a:lnTo>
                  <a:lnTo>
                    <a:pt x="152463" y="1194015"/>
                  </a:lnTo>
                  <a:lnTo>
                    <a:pt x="141859" y="1201559"/>
                  </a:lnTo>
                  <a:lnTo>
                    <a:pt x="134708" y="1212735"/>
                  </a:lnTo>
                  <a:lnTo>
                    <a:pt x="132080" y="1226426"/>
                  </a:lnTo>
                  <a:lnTo>
                    <a:pt x="134708" y="1240116"/>
                  </a:lnTo>
                  <a:lnTo>
                    <a:pt x="141846" y="1251292"/>
                  </a:lnTo>
                  <a:lnTo>
                    <a:pt x="152450" y="1258836"/>
                  </a:lnTo>
                  <a:lnTo>
                    <a:pt x="165442" y="1261605"/>
                  </a:lnTo>
                  <a:lnTo>
                    <a:pt x="178409" y="1258836"/>
                  </a:lnTo>
                  <a:lnTo>
                    <a:pt x="189014" y="1251305"/>
                  </a:lnTo>
                  <a:lnTo>
                    <a:pt x="196151" y="1240116"/>
                  </a:lnTo>
                  <a:lnTo>
                    <a:pt x="198780" y="1226426"/>
                  </a:lnTo>
                  <a:close/>
                </a:path>
                <a:path w="428625" h="3997959">
                  <a:moveTo>
                    <a:pt x="206222" y="3853116"/>
                  </a:moveTo>
                  <a:lnTo>
                    <a:pt x="205778" y="3853116"/>
                  </a:lnTo>
                  <a:lnTo>
                    <a:pt x="201523" y="3839146"/>
                  </a:lnTo>
                  <a:lnTo>
                    <a:pt x="199504" y="3839146"/>
                  </a:lnTo>
                  <a:lnTo>
                    <a:pt x="175387" y="3844226"/>
                  </a:lnTo>
                  <a:lnTo>
                    <a:pt x="155676" y="3856926"/>
                  </a:lnTo>
                  <a:lnTo>
                    <a:pt x="142379" y="3877246"/>
                  </a:lnTo>
                  <a:lnTo>
                    <a:pt x="137502" y="3901376"/>
                  </a:lnTo>
                  <a:lnTo>
                    <a:pt x="137502" y="3926776"/>
                  </a:lnTo>
                  <a:lnTo>
                    <a:pt x="200761" y="3926776"/>
                  </a:lnTo>
                  <a:lnTo>
                    <a:pt x="206222" y="3853116"/>
                  </a:lnTo>
                  <a:close/>
                </a:path>
                <a:path w="428625" h="3997959">
                  <a:moveTo>
                    <a:pt x="214820" y="3934396"/>
                  </a:moveTo>
                  <a:lnTo>
                    <a:pt x="148336" y="3934396"/>
                  </a:lnTo>
                  <a:lnTo>
                    <a:pt x="154101" y="3939476"/>
                  </a:lnTo>
                  <a:lnTo>
                    <a:pt x="158534" y="3947096"/>
                  </a:lnTo>
                  <a:lnTo>
                    <a:pt x="161366" y="3954716"/>
                  </a:lnTo>
                  <a:lnTo>
                    <a:pt x="162369" y="3962336"/>
                  </a:lnTo>
                  <a:lnTo>
                    <a:pt x="162369" y="3975036"/>
                  </a:lnTo>
                  <a:lnTo>
                    <a:pt x="161467" y="3978846"/>
                  </a:lnTo>
                  <a:lnTo>
                    <a:pt x="159499" y="3983926"/>
                  </a:lnTo>
                  <a:lnTo>
                    <a:pt x="157581" y="3987736"/>
                  </a:lnTo>
                  <a:lnTo>
                    <a:pt x="156959" y="3989006"/>
                  </a:lnTo>
                  <a:lnTo>
                    <a:pt x="154317" y="3992816"/>
                  </a:lnTo>
                  <a:lnTo>
                    <a:pt x="152019" y="3995356"/>
                  </a:lnTo>
                  <a:lnTo>
                    <a:pt x="149491" y="3997896"/>
                  </a:lnTo>
                  <a:lnTo>
                    <a:pt x="214820" y="3997896"/>
                  </a:lnTo>
                  <a:lnTo>
                    <a:pt x="214820" y="3934396"/>
                  </a:lnTo>
                  <a:close/>
                </a:path>
                <a:path w="428625" h="3997959">
                  <a:moveTo>
                    <a:pt x="223634" y="3667099"/>
                  </a:moveTo>
                  <a:lnTo>
                    <a:pt x="221322" y="3664775"/>
                  </a:lnTo>
                  <a:lnTo>
                    <a:pt x="215607" y="3664775"/>
                  </a:lnTo>
                  <a:lnTo>
                    <a:pt x="213296" y="3667099"/>
                  </a:lnTo>
                  <a:lnTo>
                    <a:pt x="213296" y="3700627"/>
                  </a:lnTo>
                  <a:lnTo>
                    <a:pt x="215607" y="3702951"/>
                  </a:lnTo>
                  <a:lnTo>
                    <a:pt x="221322" y="3702951"/>
                  </a:lnTo>
                  <a:lnTo>
                    <a:pt x="223634" y="3700627"/>
                  </a:lnTo>
                  <a:lnTo>
                    <a:pt x="223634" y="3667099"/>
                  </a:lnTo>
                  <a:close/>
                </a:path>
                <a:path w="428625" h="3997959">
                  <a:moveTo>
                    <a:pt x="226758" y="3839146"/>
                  </a:moveTo>
                  <a:lnTo>
                    <a:pt x="210197" y="3839146"/>
                  </a:lnTo>
                  <a:lnTo>
                    <a:pt x="213220" y="3849306"/>
                  </a:lnTo>
                  <a:lnTo>
                    <a:pt x="223748" y="3849306"/>
                  </a:lnTo>
                  <a:lnTo>
                    <a:pt x="226758" y="3839146"/>
                  </a:lnTo>
                  <a:close/>
                </a:path>
                <a:path w="428625" h="3997959">
                  <a:moveTo>
                    <a:pt x="227914" y="3926776"/>
                  </a:moveTo>
                  <a:lnTo>
                    <a:pt x="222770" y="3856926"/>
                  </a:lnTo>
                  <a:lnTo>
                    <a:pt x="214223" y="3856926"/>
                  </a:lnTo>
                  <a:lnTo>
                    <a:pt x="209054" y="3926776"/>
                  </a:lnTo>
                  <a:lnTo>
                    <a:pt x="227914" y="3926776"/>
                  </a:lnTo>
                  <a:close/>
                </a:path>
                <a:path w="428625" h="3997959">
                  <a:moveTo>
                    <a:pt x="260477" y="3793426"/>
                  </a:moveTo>
                  <a:lnTo>
                    <a:pt x="258051" y="3790886"/>
                  </a:lnTo>
                  <a:lnTo>
                    <a:pt x="255003" y="3784536"/>
                  </a:lnTo>
                  <a:lnTo>
                    <a:pt x="251231" y="3776916"/>
                  </a:lnTo>
                  <a:lnTo>
                    <a:pt x="246608" y="3766756"/>
                  </a:lnTo>
                  <a:lnTo>
                    <a:pt x="209486" y="3766756"/>
                  </a:lnTo>
                  <a:lnTo>
                    <a:pt x="204114" y="3771836"/>
                  </a:lnTo>
                  <a:lnTo>
                    <a:pt x="197396" y="3775646"/>
                  </a:lnTo>
                  <a:lnTo>
                    <a:pt x="189801" y="3776916"/>
                  </a:lnTo>
                  <a:lnTo>
                    <a:pt x="181775" y="3775646"/>
                  </a:lnTo>
                  <a:lnTo>
                    <a:pt x="179806" y="3784536"/>
                  </a:lnTo>
                  <a:lnTo>
                    <a:pt x="177939" y="3789616"/>
                  </a:lnTo>
                  <a:lnTo>
                    <a:pt x="176288" y="3792156"/>
                  </a:lnTo>
                  <a:lnTo>
                    <a:pt x="180594" y="3807396"/>
                  </a:lnTo>
                  <a:lnTo>
                    <a:pt x="189801" y="3820096"/>
                  </a:lnTo>
                  <a:lnTo>
                    <a:pt x="202793" y="3827716"/>
                  </a:lnTo>
                  <a:lnTo>
                    <a:pt x="218452" y="3831526"/>
                  </a:lnTo>
                  <a:lnTo>
                    <a:pt x="233807" y="3827716"/>
                  </a:lnTo>
                  <a:lnTo>
                    <a:pt x="246634" y="3820096"/>
                  </a:lnTo>
                  <a:lnTo>
                    <a:pt x="255866" y="3808666"/>
                  </a:lnTo>
                  <a:lnTo>
                    <a:pt x="260477" y="3793426"/>
                  </a:lnTo>
                  <a:close/>
                </a:path>
                <a:path w="428625" h="3997959">
                  <a:moveTo>
                    <a:pt x="261962" y="3775646"/>
                  </a:moveTo>
                  <a:lnTo>
                    <a:pt x="258533" y="3757866"/>
                  </a:lnTo>
                  <a:lnTo>
                    <a:pt x="254800" y="3752786"/>
                  </a:lnTo>
                  <a:lnTo>
                    <a:pt x="249212" y="3745166"/>
                  </a:lnTo>
                  <a:lnTo>
                    <a:pt x="235381" y="3735006"/>
                  </a:lnTo>
                  <a:lnTo>
                    <a:pt x="218478" y="3732466"/>
                  </a:lnTo>
                  <a:lnTo>
                    <a:pt x="208013" y="3733736"/>
                  </a:lnTo>
                  <a:lnTo>
                    <a:pt x="198285" y="3736276"/>
                  </a:lnTo>
                  <a:lnTo>
                    <a:pt x="189687" y="3742626"/>
                  </a:lnTo>
                  <a:lnTo>
                    <a:pt x="182638" y="3750246"/>
                  </a:lnTo>
                  <a:lnTo>
                    <a:pt x="181610" y="3752786"/>
                  </a:lnTo>
                  <a:lnTo>
                    <a:pt x="177444" y="3752786"/>
                  </a:lnTo>
                  <a:lnTo>
                    <a:pt x="171716" y="3748976"/>
                  </a:lnTo>
                  <a:lnTo>
                    <a:pt x="171361" y="3751516"/>
                  </a:lnTo>
                  <a:lnTo>
                    <a:pt x="172148" y="3756596"/>
                  </a:lnTo>
                  <a:lnTo>
                    <a:pt x="172948" y="3759136"/>
                  </a:lnTo>
                  <a:lnTo>
                    <a:pt x="174510" y="3761676"/>
                  </a:lnTo>
                  <a:lnTo>
                    <a:pt x="174625" y="3762946"/>
                  </a:lnTo>
                  <a:lnTo>
                    <a:pt x="175844" y="3764216"/>
                  </a:lnTo>
                  <a:lnTo>
                    <a:pt x="176136" y="3765486"/>
                  </a:lnTo>
                  <a:lnTo>
                    <a:pt x="175831" y="3766756"/>
                  </a:lnTo>
                  <a:lnTo>
                    <a:pt x="176136" y="3766756"/>
                  </a:lnTo>
                  <a:lnTo>
                    <a:pt x="177050" y="3765486"/>
                  </a:lnTo>
                  <a:lnTo>
                    <a:pt x="179984" y="3765486"/>
                  </a:lnTo>
                  <a:lnTo>
                    <a:pt x="181889" y="3766756"/>
                  </a:lnTo>
                  <a:lnTo>
                    <a:pt x="182473" y="3766756"/>
                  </a:lnTo>
                  <a:lnTo>
                    <a:pt x="191363" y="3771836"/>
                  </a:lnTo>
                  <a:lnTo>
                    <a:pt x="199301" y="3768026"/>
                  </a:lnTo>
                  <a:lnTo>
                    <a:pt x="200660" y="3765486"/>
                  </a:lnTo>
                  <a:lnTo>
                    <a:pt x="204063" y="3759136"/>
                  </a:lnTo>
                  <a:lnTo>
                    <a:pt x="205511" y="3757866"/>
                  </a:lnTo>
                  <a:lnTo>
                    <a:pt x="251091" y="3757866"/>
                  </a:lnTo>
                  <a:lnTo>
                    <a:pt x="252615" y="3759136"/>
                  </a:lnTo>
                  <a:lnTo>
                    <a:pt x="255651" y="3766756"/>
                  </a:lnTo>
                  <a:lnTo>
                    <a:pt x="258483" y="3773106"/>
                  </a:lnTo>
                  <a:lnTo>
                    <a:pt x="261315" y="3778186"/>
                  </a:lnTo>
                  <a:lnTo>
                    <a:pt x="261658" y="3779456"/>
                  </a:lnTo>
                  <a:lnTo>
                    <a:pt x="261962" y="3780726"/>
                  </a:lnTo>
                  <a:lnTo>
                    <a:pt x="261962" y="3775646"/>
                  </a:lnTo>
                  <a:close/>
                </a:path>
                <a:path w="428625" h="3997959">
                  <a:moveTo>
                    <a:pt x="264477" y="1331722"/>
                  </a:moveTo>
                  <a:lnTo>
                    <a:pt x="263321" y="1322298"/>
                  </a:lnTo>
                  <a:lnTo>
                    <a:pt x="262737" y="1320609"/>
                  </a:lnTo>
                  <a:lnTo>
                    <a:pt x="261645" y="1318590"/>
                  </a:lnTo>
                  <a:lnTo>
                    <a:pt x="261251" y="1318209"/>
                  </a:lnTo>
                  <a:lnTo>
                    <a:pt x="259626" y="1315935"/>
                  </a:lnTo>
                  <a:lnTo>
                    <a:pt x="258305" y="1314792"/>
                  </a:lnTo>
                  <a:lnTo>
                    <a:pt x="257733" y="1314526"/>
                  </a:lnTo>
                  <a:lnTo>
                    <a:pt x="255524" y="1313116"/>
                  </a:lnTo>
                  <a:lnTo>
                    <a:pt x="253936" y="1312583"/>
                  </a:lnTo>
                  <a:lnTo>
                    <a:pt x="253250" y="1312532"/>
                  </a:lnTo>
                  <a:lnTo>
                    <a:pt x="251917" y="1312291"/>
                  </a:lnTo>
                  <a:lnTo>
                    <a:pt x="251294" y="1312011"/>
                  </a:lnTo>
                  <a:lnTo>
                    <a:pt x="250012" y="1312011"/>
                  </a:lnTo>
                  <a:lnTo>
                    <a:pt x="249389" y="1312062"/>
                  </a:lnTo>
                  <a:lnTo>
                    <a:pt x="205549" y="1318107"/>
                  </a:lnTo>
                  <a:lnTo>
                    <a:pt x="200837" y="1310017"/>
                  </a:lnTo>
                  <a:lnTo>
                    <a:pt x="189166" y="1290015"/>
                  </a:lnTo>
                  <a:lnTo>
                    <a:pt x="185191" y="1283182"/>
                  </a:lnTo>
                  <a:lnTo>
                    <a:pt x="184086" y="1281912"/>
                  </a:lnTo>
                  <a:lnTo>
                    <a:pt x="181508" y="1279842"/>
                  </a:lnTo>
                  <a:lnTo>
                    <a:pt x="180047" y="1279067"/>
                  </a:lnTo>
                  <a:lnTo>
                    <a:pt x="122783" y="1261783"/>
                  </a:lnTo>
                  <a:lnTo>
                    <a:pt x="121551" y="1261605"/>
                  </a:lnTo>
                  <a:lnTo>
                    <a:pt x="119786" y="1261605"/>
                  </a:lnTo>
                  <a:lnTo>
                    <a:pt x="72910" y="1267828"/>
                  </a:lnTo>
                  <a:lnTo>
                    <a:pt x="28892" y="1307846"/>
                  </a:lnTo>
                  <a:lnTo>
                    <a:pt x="27597" y="1313751"/>
                  </a:lnTo>
                  <a:lnTo>
                    <a:pt x="29794" y="1320584"/>
                  </a:lnTo>
                  <a:lnTo>
                    <a:pt x="37363" y="1327289"/>
                  </a:lnTo>
                  <a:lnTo>
                    <a:pt x="40170" y="1328204"/>
                  </a:lnTo>
                  <a:lnTo>
                    <a:pt x="42392" y="1328267"/>
                  </a:lnTo>
                  <a:lnTo>
                    <a:pt x="44970" y="1327683"/>
                  </a:lnTo>
                  <a:lnTo>
                    <a:pt x="45288" y="1327683"/>
                  </a:lnTo>
                  <a:lnTo>
                    <a:pt x="45567" y="1327683"/>
                  </a:lnTo>
                  <a:lnTo>
                    <a:pt x="47637" y="1326908"/>
                  </a:lnTo>
                  <a:lnTo>
                    <a:pt x="49123" y="1326057"/>
                  </a:lnTo>
                  <a:lnTo>
                    <a:pt x="82880" y="1294485"/>
                  </a:lnTo>
                  <a:lnTo>
                    <a:pt x="116408" y="1290015"/>
                  </a:lnTo>
                  <a:lnTo>
                    <a:pt x="90449" y="1385544"/>
                  </a:lnTo>
                  <a:lnTo>
                    <a:pt x="91452" y="1391843"/>
                  </a:lnTo>
                  <a:lnTo>
                    <a:pt x="94335" y="1396974"/>
                  </a:lnTo>
                  <a:lnTo>
                    <a:pt x="94589" y="1397647"/>
                  </a:lnTo>
                  <a:lnTo>
                    <a:pt x="107492" y="1407350"/>
                  </a:lnTo>
                  <a:lnTo>
                    <a:pt x="169379" y="1426527"/>
                  </a:lnTo>
                  <a:lnTo>
                    <a:pt x="169392" y="1507185"/>
                  </a:lnTo>
                  <a:lnTo>
                    <a:pt x="180733" y="1517230"/>
                  </a:lnTo>
                  <a:lnTo>
                    <a:pt x="184378" y="1517230"/>
                  </a:lnTo>
                  <a:lnTo>
                    <a:pt x="195732" y="1507185"/>
                  </a:lnTo>
                  <a:lnTo>
                    <a:pt x="195732" y="1410258"/>
                  </a:lnTo>
                  <a:lnTo>
                    <a:pt x="191998" y="1404874"/>
                  </a:lnTo>
                  <a:lnTo>
                    <a:pt x="148069" y="1390421"/>
                  </a:lnTo>
                  <a:lnTo>
                    <a:pt x="169913" y="1310017"/>
                  </a:lnTo>
                  <a:lnTo>
                    <a:pt x="188798" y="1342390"/>
                  </a:lnTo>
                  <a:lnTo>
                    <a:pt x="190461" y="1344053"/>
                  </a:lnTo>
                  <a:lnTo>
                    <a:pt x="194310" y="1346314"/>
                  </a:lnTo>
                  <a:lnTo>
                    <a:pt x="196519" y="1346923"/>
                  </a:lnTo>
                  <a:lnTo>
                    <a:pt x="199364" y="1346923"/>
                  </a:lnTo>
                  <a:lnTo>
                    <a:pt x="199923" y="1346885"/>
                  </a:lnTo>
                  <a:lnTo>
                    <a:pt x="259397" y="1338681"/>
                  </a:lnTo>
                  <a:lnTo>
                    <a:pt x="264477" y="1331722"/>
                  </a:lnTo>
                  <a:close/>
                </a:path>
                <a:path w="428625" h="3997959">
                  <a:moveTo>
                    <a:pt x="288175" y="3694938"/>
                  </a:moveTo>
                  <a:lnTo>
                    <a:pt x="284149" y="3690912"/>
                  </a:lnTo>
                  <a:lnTo>
                    <a:pt x="280873" y="3690912"/>
                  </a:lnTo>
                  <a:lnTo>
                    <a:pt x="257149" y="3714623"/>
                  </a:lnTo>
                  <a:lnTo>
                    <a:pt x="257149" y="3717912"/>
                  </a:lnTo>
                  <a:lnTo>
                    <a:pt x="260172" y="3720935"/>
                  </a:lnTo>
                  <a:lnTo>
                    <a:pt x="261493" y="3721430"/>
                  </a:lnTo>
                  <a:lnTo>
                    <a:pt x="264134" y="3721430"/>
                  </a:lnTo>
                  <a:lnTo>
                    <a:pt x="265455" y="3720935"/>
                  </a:lnTo>
                  <a:lnTo>
                    <a:pt x="288175" y="3698227"/>
                  </a:lnTo>
                  <a:lnTo>
                    <a:pt x="288175" y="3694938"/>
                  </a:lnTo>
                  <a:close/>
                </a:path>
                <a:path w="428625" h="3997959">
                  <a:moveTo>
                    <a:pt x="289547" y="3934396"/>
                  </a:moveTo>
                  <a:lnTo>
                    <a:pt x="223088" y="3934396"/>
                  </a:lnTo>
                  <a:lnTo>
                    <a:pt x="223088" y="3997896"/>
                  </a:lnTo>
                  <a:lnTo>
                    <a:pt x="288417" y="3997896"/>
                  </a:lnTo>
                  <a:lnTo>
                    <a:pt x="285737" y="3995356"/>
                  </a:lnTo>
                  <a:lnTo>
                    <a:pt x="283324" y="3992816"/>
                  </a:lnTo>
                  <a:lnTo>
                    <a:pt x="275526" y="3975036"/>
                  </a:lnTo>
                  <a:lnTo>
                    <a:pt x="275526" y="3962336"/>
                  </a:lnTo>
                  <a:lnTo>
                    <a:pt x="276517" y="3954716"/>
                  </a:lnTo>
                  <a:lnTo>
                    <a:pt x="279361" y="3947096"/>
                  </a:lnTo>
                  <a:lnTo>
                    <a:pt x="283781" y="3939476"/>
                  </a:lnTo>
                  <a:lnTo>
                    <a:pt x="289547" y="3934396"/>
                  </a:lnTo>
                  <a:close/>
                </a:path>
                <a:path w="428625" h="3997959">
                  <a:moveTo>
                    <a:pt x="299389" y="3901376"/>
                  </a:moveTo>
                  <a:lnTo>
                    <a:pt x="294513" y="3877246"/>
                  </a:lnTo>
                  <a:lnTo>
                    <a:pt x="281216" y="3856926"/>
                  </a:lnTo>
                  <a:lnTo>
                    <a:pt x="261505" y="3844226"/>
                  </a:lnTo>
                  <a:lnTo>
                    <a:pt x="237388" y="3839146"/>
                  </a:lnTo>
                  <a:lnTo>
                    <a:pt x="235419" y="3839146"/>
                  </a:lnTo>
                  <a:lnTo>
                    <a:pt x="231190" y="3853116"/>
                  </a:lnTo>
                  <a:lnTo>
                    <a:pt x="230759" y="3853116"/>
                  </a:lnTo>
                  <a:lnTo>
                    <a:pt x="236207" y="3926776"/>
                  </a:lnTo>
                  <a:lnTo>
                    <a:pt x="299389" y="3926776"/>
                  </a:lnTo>
                  <a:lnTo>
                    <a:pt x="299389" y="3901376"/>
                  </a:lnTo>
                  <a:close/>
                </a:path>
                <a:path w="428625" h="3997959">
                  <a:moveTo>
                    <a:pt x="334530" y="3911"/>
                  </a:moveTo>
                  <a:lnTo>
                    <a:pt x="330606" y="0"/>
                  </a:lnTo>
                  <a:lnTo>
                    <a:pt x="322287" y="0"/>
                  </a:lnTo>
                  <a:lnTo>
                    <a:pt x="322287" y="14960"/>
                  </a:lnTo>
                  <a:lnTo>
                    <a:pt x="322287" y="167259"/>
                  </a:lnTo>
                  <a:lnTo>
                    <a:pt x="61188" y="167259"/>
                  </a:lnTo>
                  <a:lnTo>
                    <a:pt x="61188" y="14960"/>
                  </a:lnTo>
                  <a:lnTo>
                    <a:pt x="322287" y="14960"/>
                  </a:lnTo>
                  <a:lnTo>
                    <a:pt x="322287" y="0"/>
                  </a:lnTo>
                  <a:lnTo>
                    <a:pt x="51511" y="0"/>
                  </a:lnTo>
                  <a:lnTo>
                    <a:pt x="47599" y="3911"/>
                  </a:lnTo>
                  <a:lnTo>
                    <a:pt x="47586" y="179679"/>
                  </a:lnTo>
                  <a:lnTo>
                    <a:pt x="51511" y="183591"/>
                  </a:lnTo>
                  <a:lnTo>
                    <a:pt x="330606" y="183591"/>
                  </a:lnTo>
                  <a:lnTo>
                    <a:pt x="334530" y="179679"/>
                  </a:lnTo>
                  <a:lnTo>
                    <a:pt x="334530" y="167259"/>
                  </a:lnTo>
                  <a:lnTo>
                    <a:pt x="334530" y="14960"/>
                  </a:lnTo>
                  <a:lnTo>
                    <a:pt x="334530" y="3911"/>
                  </a:lnTo>
                  <a:close/>
                </a:path>
                <a:path w="428625" h="3997959">
                  <a:moveTo>
                    <a:pt x="380758" y="190385"/>
                  </a:moveTo>
                  <a:lnTo>
                    <a:pt x="221653" y="190385"/>
                  </a:lnTo>
                  <a:lnTo>
                    <a:pt x="221653" y="194335"/>
                  </a:lnTo>
                  <a:lnTo>
                    <a:pt x="219049" y="195821"/>
                  </a:lnTo>
                  <a:lnTo>
                    <a:pt x="161683" y="195821"/>
                  </a:lnTo>
                  <a:lnTo>
                    <a:pt x="159105" y="194335"/>
                  </a:lnTo>
                  <a:lnTo>
                    <a:pt x="159105" y="190385"/>
                  </a:lnTo>
                  <a:lnTo>
                    <a:pt x="0" y="190385"/>
                  </a:lnTo>
                  <a:lnTo>
                    <a:pt x="0" y="205498"/>
                  </a:lnTo>
                  <a:lnTo>
                    <a:pt x="3886" y="209423"/>
                  </a:lnTo>
                  <a:lnTo>
                    <a:pt x="376847" y="209423"/>
                  </a:lnTo>
                  <a:lnTo>
                    <a:pt x="380758" y="205498"/>
                  </a:lnTo>
                  <a:lnTo>
                    <a:pt x="380758" y="195821"/>
                  </a:lnTo>
                  <a:lnTo>
                    <a:pt x="380758" y="190385"/>
                  </a:lnTo>
                  <a:close/>
                </a:path>
                <a:path w="428625" h="3997959">
                  <a:moveTo>
                    <a:pt x="401307" y="3845496"/>
                  </a:moveTo>
                  <a:lnTo>
                    <a:pt x="395935" y="3848036"/>
                  </a:lnTo>
                  <a:lnTo>
                    <a:pt x="390271" y="3849306"/>
                  </a:lnTo>
                  <a:lnTo>
                    <a:pt x="384289" y="3849306"/>
                  </a:lnTo>
                  <a:lnTo>
                    <a:pt x="365658" y="3845496"/>
                  </a:lnTo>
                  <a:lnTo>
                    <a:pt x="350024" y="3836606"/>
                  </a:lnTo>
                  <a:lnTo>
                    <a:pt x="338620" y="3821366"/>
                  </a:lnTo>
                  <a:lnTo>
                    <a:pt x="332701" y="3804856"/>
                  </a:lnTo>
                  <a:lnTo>
                    <a:pt x="332701" y="3812476"/>
                  </a:lnTo>
                  <a:lnTo>
                    <a:pt x="336054" y="3828986"/>
                  </a:lnTo>
                  <a:lnTo>
                    <a:pt x="345173" y="3842956"/>
                  </a:lnTo>
                  <a:lnTo>
                    <a:pt x="358698" y="3851846"/>
                  </a:lnTo>
                  <a:lnTo>
                    <a:pt x="375246" y="3855656"/>
                  </a:lnTo>
                  <a:lnTo>
                    <a:pt x="382460" y="3854386"/>
                  </a:lnTo>
                  <a:lnTo>
                    <a:pt x="389255" y="3853116"/>
                  </a:lnTo>
                  <a:lnTo>
                    <a:pt x="395566" y="3849306"/>
                  </a:lnTo>
                  <a:lnTo>
                    <a:pt x="401307" y="3845496"/>
                  </a:lnTo>
                  <a:close/>
                </a:path>
                <a:path w="428625" h="3997959">
                  <a:moveTo>
                    <a:pt x="409321" y="1399641"/>
                  </a:moveTo>
                  <a:lnTo>
                    <a:pt x="329006" y="1399654"/>
                  </a:lnTo>
                  <a:lnTo>
                    <a:pt x="329006" y="1442745"/>
                  </a:lnTo>
                  <a:lnTo>
                    <a:pt x="273164" y="1442745"/>
                  </a:lnTo>
                  <a:lnTo>
                    <a:pt x="273164" y="1485849"/>
                  </a:lnTo>
                  <a:lnTo>
                    <a:pt x="217322" y="1485849"/>
                  </a:lnTo>
                  <a:lnTo>
                    <a:pt x="217322" y="1528940"/>
                  </a:lnTo>
                  <a:lnTo>
                    <a:pt x="161493" y="1528940"/>
                  </a:lnTo>
                  <a:lnTo>
                    <a:pt x="161493" y="1572018"/>
                  </a:lnTo>
                  <a:lnTo>
                    <a:pt x="256387" y="1572018"/>
                  </a:lnTo>
                  <a:lnTo>
                    <a:pt x="256387" y="1528914"/>
                  </a:lnTo>
                  <a:lnTo>
                    <a:pt x="312229" y="1528914"/>
                  </a:lnTo>
                  <a:lnTo>
                    <a:pt x="312229" y="1485823"/>
                  </a:lnTo>
                  <a:lnTo>
                    <a:pt x="368071" y="1485823"/>
                  </a:lnTo>
                  <a:lnTo>
                    <a:pt x="368071" y="1442720"/>
                  </a:lnTo>
                  <a:lnTo>
                    <a:pt x="409321" y="1442720"/>
                  </a:lnTo>
                  <a:lnTo>
                    <a:pt x="409321" y="1399641"/>
                  </a:lnTo>
                  <a:close/>
                </a:path>
                <a:path w="428625" h="3997959">
                  <a:moveTo>
                    <a:pt x="417791" y="3891216"/>
                  </a:moveTo>
                  <a:lnTo>
                    <a:pt x="415632" y="3879786"/>
                  </a:lnTo>
                  <a:lnTo>
                    <a:pt x="409727" y="3870896"/>
                  </a:lnTo>
                  <a:lnTo>
                    <a:pt x="400989" y="3865816"/>
                  </a:lnTo>
                  <a:lnTo>
                    <a:pt x="390296" y="3863276"/>
                  </a:lnTo>
                  <a:lnTo>
                    <a:pt x="360197" y="3863276"/>
                  </a:lnTo>
                  <a:lnTo>
                    <a:pt x="349504" y="3865816"/>
                  </a:lnTo>
                  <a:lnTo>
                    <a:pt x="340766" y="3870896"/>
                  </a:lnTo>
                  <a:lnTo>
                    <a:pt x="334873" y="3879786"/>
                  </a:lnTo>
                  <a:lnTo>
                    <a:pt x="332701" y="3891216"/>
                  </a:lnTo>
                  <a:lnTo>
                    <a:pt x="332701" y="3935666"/>
                  </a:lnTo>
                  <a:lnTo>
                    <a:pt x="304787" y="3935666"/>
                  </a:lnTo>
                  <a:lnTo>
                    <a:pt x="301929" y="3936936"/>
                  </a:lnTo>
                  <a:lnTo>
                    <a:pt x="300507" y="3936936"/>
                  </a:lnTo>
                  <a:lnTo>
                    <a:pt x="299135" y="3938206"/>
                  </a:lnTo>
                  <a:lnTo>
                    <a:pt x="292912" y="3942016"/>
                  </a:lnTo>
                  <a:lnTo>
                    <a:pt x="288048" y="3948366"/>
                  </a:lnTo>
                  <a:lnTo>
                    <a:pt x="284899" y="3954716"/>
                  </a:lnTo>
                  <a:lnTo>
                    <a:pt x="283768" y="3962336"/>
                  </a:lnTo>
                  <a:lnTo>
                    <a:pt x="283768" y="3972496"/>
                  </a:lnTo>
                  <a:lnTo>
                    <a:pt x="310819" y="3997896"/>
                  </a:lnTo>
                  <a:lnTo>
                    <a:pt x="417791" y="3997896"/>
                  </a:lnTo>
                  <a:lnTo>
                    <a:pt x="417791" y="3961066"/>
                  </a:lnTo>
                  <a:lnTo>
                    <a:pt x="417614" y="3959796"/>
                  </a:lnTo>
                  <a:lnTo>
                    <a:pt x="417677" y="3958526"/>
                  </a:lnTo>
                  <a:lnTo>
                    <a:pt x="417791" y="3891216"/>
                  </a:lnTo>
                  <a:close/>
                </a:path>
                <a:path w="428625" h="3997959">
                  <a:moveTo>
                    <a:pt x="428358" y="3783266"/>
                  </a:moveTo>
                  <a:lnTo>
                    <a:pt x="425615" y="3768026"/>
                  </a:lnTo>
                  <a:lnTo>
                    <a:pt x="417855" y="3756596"/>
                  </a:lnTo>
                  <a:lnTo>
                    <a:pt x="405841" y="3747706"/>
                  </a:lnTo>
                  <a:lnTo>
                    <a:pt x="390283" y="3743896"/>
                  </a:lnTo>
                  <a:lnTo>
                    <a:pt x="388708" y="3743896"/>
                  </a:lnTo>
                  <a:lnTo>
                    <a:pt x="383641" y="3737546"/>
                  </a:lnTo>
                  <a:lnTo>
                    <a:pt x="377913" y="3735006"/>
                  </a:lnTo>
                  <a:lnTo>
                    <a:pt x="363093" y="3735006"/>
                  </a:lnTo>
                  <a:lnTo>
                    <a:pt x="355130" y="3741356"/>
                  </a:lnTo>
                  <a:lnTo>
                    <a:pt x="351358" y="3751516"/>
                  </a:lnTo>
                  <a:lnTo>
                    <a:pt x="345414" y="3752786"/>
                  </a:lnTo>
                  <a:lnTo>
                    <a:pt x="342138" y="3755326"/>
                  </a:lnTo>
                  <a:lnTo>
                    <a:pt x="335991" y="3760406"/>
                  </a:lnTo>
                  <a:lnTo>
                    <a:pt x="334251" y="3765486"/>
                  </a:lnTo>
                  <a:lnTo>
                    <a:pt x="333463" y="3771836"/>
                  </a:lnTo>
                  <a:lnTo>
                    <a:pt x="333679" y="3774376"/>
                  </a:lnTo>
                  <a:lnTo>
                    <a:pt x="334708" y="3779456"/>
                  </a:lnTo>
                  <a:lnTo>
                    <a:pt x="335368" y="3780726"/>
                  </a:lnTo>
                  <a:lnTo>
                    <a:pt x="337108" y="3783266"/>
                  </a:lnTo>
                  <a:lnTo>
                    <a:pt x="337820" y="3785806"/>
                  </a:lnTo>
                  <a:lnTo>
                    <a:pt x="340207" y="3788346"/>
                  </a:lnTo>
                  <a:lnTo>
                    <a:pt x="340207" y="3797236"/>
                  </a:lnTo>
                  <a:lnTo>
                    <a:pt x="343674" y="3813746"/>
                  </a:lnTo>
                  <a:lnTo>
                    <a:pt x="353136" y="3827716"/>
                  </a:lnTo>
                  <a:lnTo>
                    <a:pt x="367144" y="3837876"/>
                  </a:lnTo>
                  <a:lnTo>
                    <a:pt x="384289" y="3840416"/>
                  </a:lnTo>
                  <a:lnTo>
                    <a:pt x="392887" y="3840416"/>
                  </a:lnTo>
                  <a:lnTo>
                    <a:pt x="424840" y="3813746"/>
                  </a:lnTo>
                  <a:lnTo>
                    <a:pt x="428358" y="3801046"/>
                  </a:lnTo>
                  <a:lnTo>
                    <a:pt x="428358" y="3783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2859" y="11212117"/>
              <a:ext cx="6111240" cy="3389629"/>
            </a:xfrm>
            <a:custGeom>
              <a:avLst/>
              <a:gdLst/>
              <a:ahLst/>
              <a:cxnLst/>
              <a:rect l="l" t="t" r="r" b="b"/>
              <a:pathLst>
                <a:path w="6111239" h="3389630">
                  <a:moveTo>
                    <a:pt x="2655824" y="117322"/>
                  </a:moveTo>
                  <a:lnTo>
                    <a:pt x="2646527" y="71704"/>
                  </a:lnTo>
                  <a:lnTo>
                    <a:pt x="2621178" y="34404"/>
                  </a:lnTo>
                  <a:lnTo>
                    <a:pt x="2583586" y="9232"/>
                  </a:lnTo>
                  <a:lnTo>
                    <a:pt x="2537599" y="0"/>
                  </a:lnTo>
                  <a:lnTo>
                    <a:pt x="118237" y="0"/>
                  </a:lnTo>
                  <a:lnTo>
                    <a:pt x="72326" y="9232"/>
                  </a:lnTo>
                  <a:lnTo>
                    <a:pt x="34734" y="34417"/>
                  </a:lnTo>
                  <a:lnTo>
                    <a:pt x="9334" y="71742"/>
                  </a:lnTo>
                  <a:lnTo>
                    <a:pt x="0" y="117424"/>
                  </a:lnTo>
                  <a:lnTo>
                    <a:pt x="0" y="3271367"/>
                  </a:lnTo>
                  <a:lnTo>
                    <a:pt x="9321" y="3316998"/>
                  </a:lnTo>
                  <a:lnTo>
                    <a:pt x="34696" y="3354336"/>
                  </a:lnTo>
                  <a:lnTo>
                    <a:pt x="72288" y="3379533"/>
                  </a:lnTo>
                  <a:lnTo>
                    <a:pt x="118237" y="3388791"/>
                  </a:lnTo>
                  <a:lnTo>
                    <a:pt x="2537599" y="3388791"/>
                  </a:lnTo>
                  <a:lnTo>
                    <a:pt x="2583586" y="3379432"/>
                  </a:lnTo>
                  <a:lnTo>
                    <a:pt x="2621178" y="3354197"/>
                  </a:lnTo>
                  <a:lnTo>
                    <a:pt x="2646527" y="3316871"/>
                  </a:lnTo>
                  <a:lnTo>
                    <a:pt x="2655824" y="3271253"/>
                  </a:lnTo>
                  <a:lnTo>
                    <a:pt x="2655824" y="117322"/>
                  </a:lnTo>
                  <a:close/>
                </a:path>
                <a:path w="6111239" h="3389630">
                  <a:moveTo>
                    <a:pt x="6111075" y="145580"/>
                  </a:moveTo>
                  <a:lnTo>
                    <a:pt x="6101880" y="100342"/>
                  </a:lnTo>
                  <a:lnTo>
                    <a:pt x="6076797" y="63360"/>
                  </a:lnTo>
                  <a:lnTo>
                    <a:pt x="6039612" y="38404"/>
                  </a:lnTo>
                  <a:lnTo>
                    <a:pt x="5994120" y="29248"/>
                  </a:lnTo>
                  <a:lnTo>
                    <a:pt x="3600767" y="29248"/>
                  </a:lnTo>
                  <a:lnTo>
                    <a:pt x="3555365" y="38404"/>
                  </a:lnTo>
                  <a:lnTo>
                    <a:pt x="3518166" y="63373"/>
                  </a:lnTo>
                  <a:lnTo>
                    <a:pt x="3493046" y="100380"/>
                  </a:lnTo>
                  <a:lnTo>
                    <a:pt x="3483813" y="145681"/>
                  </a:lnTo>
                  <a:lnTo>
                    <a:pt x="3483813" y="3273044"/>
                  </a:lnTo>
                  <a:lnTo>
                    <a:pt x="3493020" y="3318294"/>
                  </a:lnTo>
                  <a:lnTo>
                    <a:pt x="3518128" y="3355314"/>
                  </a:lnTo>
                  <a:lnTo>
                    <a:pt x="3555314" y="3380308"/>
                  </a:lnTo>
                  <a:lnTo>
                    <a:pt x="3600767" y="3389477"/>
                  </a:lnTo>
                  <a:lnTo>
                    <a:pt x="5994120" y="3389477"/>
                  </a:lnTo>
                  <a:lnTo>
                    <a:pt x="6039612" y="3380194"/>
                  </a:lnTo>
                  <a:lnTo>
                    <a:pt x="6076797" y="3355175"/>
                  </a:lnTo>
                  <a:lnTo>
                    <a:pt x="6101880" y="3318167"/>
                  </a:lnTo>
                  <a:lnTo>
                    <a:pt x="6111075" y="3272929"/>
                  </a:lnTo>
                  <a:lnTo>
                    <a:pt x="6111075" y="14558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14811704"/>
              <a:ext cx="7513955" cy="419100"/>
            </a:xfrm>
            <a:custGeom>
              <a:avLst/>
              <a:gdLst/>
              <a:ahLst/>
              <a:cxnLst/>
              <a:rect l="l" t="t" r="r" b="b"/>
              <a:pathLst>
                <a:path w="7513955" h="419100">
                  <a:moveTo>
                    <a:pt x="7513955" y="1333"/>
                  </a:moveTo>
                  <a:lnTo>
                    <a:pt x="6364859" y="1333"/>
                  </a:lnTo>
                  <a:lnTo>
                    <a:pt x="6364859" y="0"/>
                  </a:lnTo>
                  <a:lnTo>
                    <a:pt x="4813249" y="0"/>
                  </a:lnTo>
                  <a:lnTo>
                    <a:pt x="4813249" y="1308"/>
                  </a:lnTo>
                  <a:lnTo>
                    <a:pt x="3930700" y="1308"/>
                  </a:lnTo>
                  <a:lnTo>
                    <a:pt x="3930700" y="5422"/>
                  </a:lnTo>
                  <a:lnTo>
                    <a:pt x="2870022" y="5422"/>
                  </a:lnTo>
                  <a:lnTo>
                    <a:pt x="2870022" y="1104"/>
                  </a:lnTo>
                  <a:lnTo>
                    <a:pt x="1318412" y="1104"/>
                  </a:lnTo>
                  <a:lnTo>
                    <a:pt x="1318412" y="1295"/>
                  </a:lnTo>
                  <a:lnTo>
                    <a:pt x="0" y="1295"/>
                  </a:lnTo>
                  <a:lnTo>
                    <a:pt x="0" y="418820"/>
                  </a:lnTo>
                  <a:lnTo>
                    <a:pt x="7513955" y="418820"/>
                  </a:lnTo>
                  <a:lnTo>
                    <a:pt x="7513955" y="1333"/>
                  </a:lnTo>
                  <a:close/>
                </a:path>
              </a:pathLst>
            </a:custGeom>
            <a:solidFill>
              <a:srgbClr val="D00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3311944" y="14999194"/>
            <a:ext cx="2909570" cy="19050"/>
          </a:xfrm>
          <a:custGeom>
            <a:avLst/>
            <a:gdLst/>
            <a:ahLst/>
            <a:cxnLst/>
            <a:rect l="l" t="t" r="r" b="b"/>
            <a:pathLst>
              <a:path w="2909570" h="19050">
                <a:moveTo>
                  <a:pt x="1105179" y="0"/>
                </a:moveTo>
                <a:lnTo>
                  <a:pt x="0" y="0"/>
                </a:lnTo>
                <a:lnTo>
                  <a:pt x="0" y="19037"/>
                </a:lnTo>
                <a:lnTo>
                  <a:pt x="1105179" y="19037"/>
                </a:lnTo>
                <a:lnTo>
                  <a:pt x="1105179" y="0"/>
                </a:lnTo>
                <a:close/>
              </a:path>
              <a:path w="2909570" h="19050">
                <a:moveTo>
                  <a:pt x="2908973" y="0"/>
                </a:moveTo>
                <a:lnTo>
                  <a:pt x="1158862" y="0"/>
                </a:lnTo>
                <a:lnTo>
                  <a:pt x="1158862" y="19037"/>
                </a:lnTo>
                <a:lnTo>
                  <a:pt x="2908973" y="19037"/>
                </a:lnTo>
                <a:lnTo>
                  <a:pt x="29089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2262" y="14174728"/>
            <a:ext cx="10059035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12759" marR="5080">
              <a:lnSpc>
                <a:spcPct val="114500"/>
              </a:lnSpc>
              <a:spcBef>
                <a:spcPts val="100"/>
              </a:spcBef>
            </a:pPr>
            <a:r>
              <a:rPr sz="120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Seek</a:t>
            </a:r>
            <a:r>
              <a:rPr sz="1200" spc="-3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5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out</a:t>
            </a:r>
            <a:r>
              <a:rPr sz="1200" spc="-2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7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and</a:t>
            </a:r>
            <a:r>
              <a:rPr sz="120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secure</a:t>
            </a:r>
            <a:r>
              <a:rPr sz="1200" spc="-1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spc="-15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significant </a:t>
            </a:r>
            <a:r>
              <a:rPr lang="en-GB" sz="1200" spc="-20" dirty="0" smtClean="0">
                <a:solidFill>
                  <a:srgbClr val="FFFFFF"/>
                </a:solidFill>
                <a:latin typeface="Georgia" panose="02040502050405020303" pitchFamily="18" charset="0"/>
                <a:cs typeface="Calibri"/>
                <a:hlinkClick r:id="rId8"/>
              </a:rPr>
              <a:t>Career experience</a:t>
            </a:r>
            <a:endParaRPr sz="1200" dirty="0" smtClean="0">
              <a:latin typeface="Georgia" panose="02040502050405020303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 dirty="0">
              <a:latin typeface="Calibri"/>
              <a:cs typeface="Calibri"/>
            </a:endParaRPr>
          </a:p>
          <a:p>
            <a:pPr marL="12700" marR="33020">
              <a:lnSpc>
                <a:spcPts val="1500"/>
              </a:lnSpc>
              <a:spcBef>
                <a:spcPts val="5"/>
              </a:spcBef>
            </a:pP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Find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out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more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and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get</a:t>
            </a:r>
            <a:r>
              <a:rPr sz="1500" spc="-1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support.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Visit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Career</a:t>
            </a:r>
            <a:r>
              <a:rPr sz="1500" spc="-1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Development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Service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4"/>
              </a:rPr>
              <a:t>website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or</a:t>
            </a:r>
            <a:r>
              <a:rPr sz="1500" spc="-1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email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Criminology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Career</a:t>
            </a:r>
            <a:r>
              <a:rPr sz="1500" spc="-1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spc="-10" dirty="0" smtClean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Tutor</a:t>
            </a:r>
            <a:r>
              <a:rPr sz="1500" spc="-15" dirty="0" smtClean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</a:rPr>
              <a:t>on </a:t>
            </a:r>
            <a:r>
              <a:rPr sz="1500" spc="-10" dirty="0">
                <a:solidFill>
                  <a:srgbClr val="FFFFFF"/>
                </a:solidFill>
                <a:latin typeface="Georgia" panose="02040502050405020303" pitchFamily="18" charset="0"/>
                <a:cs typeface="Source Sans 3"/>
                <a:hlinkClick r:id="rId9"/>
              </a:rPr>
              <a:t>jd465@le.ac.uk</a:t>
            </a:r>
            <a:endParaRPr sz="1500" dirty="0">
              <a:latin typeface="Georgia" panose="02040502050405020303" pitchFamily="18" charset="0"/>
              <a:cs typeface="Source Sans 3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540479" y="13070374"/>
            <a:ext cx="523875" cy="1619250"/>
            <a:chOff x="7540479" y="13070374"/>
            <a:chExt cx="523875" cy="1619250"/>
          </a:xfrm>
        </p:grpSpPr>
        <p:sp>
          <p:nvSpPr>
            <p:cNvPr id="50" name="object 50"/>
            <p:cNvSpPr/>
            <p:nvPr/>
          </p:nvSpPr>
          <p:spPr>
            <a:xfrm>
              <a:off x="7774319" y="13572810"/>
              <a:ext cx="38100" cy="560070"/>
            </a:xfrm>
            <a:custGeom>
              <a:avLst/>
              <a:gdLst/>
              <a:ahLst/>
              <a:cxnLst/>
              <a:rect l="l" t="t" r="r" b="b"/>
              <a:pathLst>
                <a:path w="38100" h="560069">
                  <a:moveTo>
                    <a:pt x="0" y="21564"/>
                  </a:moveTo>
                  <a:lnTo>
                    <a:pt x="0" y="16442"/>
                  </a:lnTo>
                  <a:lnTo>
                    <a:pt x="483" y="14024"/>
                  </a:lnTo>
                  <a:lnTo>
                    <a:pt x="16513" y="0"/>
                  </a:lnTo>
                  <a:lnTo>
                    <a:pt x="21562" y="0"/>
                  </a:lnTo>
                  <a:lnTo>
                    <a:pt x="38076" y="16442"/>
                  </a:lnTo>
                  <a:lnTo>
                    <a:pt x="38076" y="21564"/>
                  </a:lnTo>
                  <a:lnTo>
                    <a:pt x="21562" y="38006"/>
                  </a:lnTo>
                  <a:lnTo>
                    <a:pt x="16513" y="38006"/>
                  </a:lnTo>
                  <a:lnTo>
                    <a:pt x="0" y="21564"/>
                  </a:lnTo>
                  <a:close/>
                </a:path>
                <a:path w="38100" h="560069">
                  <a:moveTo>
                    <a:pt x="0" y="125916"/>
                  </a:moveTo>
                  <a:lnTo>
                    <a:pt x="0" y="120794"/>
                  </a:lnTo>
                  <a:lnTo>
                    <a:pt x="483" y="118376"/>
                  </a:lnTo>
                  <a:lnTo>
                    <a:pt x="16513" y="104352"/>
                  </a:lnTo>
                  <a:lnTo>
                    <a:pt x="21562" y="104352"/>
                  </a:lnTo>
                  <a:lnTo>
                    <a:pt x="38076" y="120794"/>
                  </a:lnTo>
                  <a:lnTo>
                    <a:pt x="38076" y="125916"/>
                  </a:lnTo>
                  <a:lnTo>
                    <a:pt x="21562" y="142358"/>
                  </a:lnTo>
                  <a:lnTo>
                    <a:pt x="16513" y="142358"/>
                  </a:lnTo>
                  <a:lnTo>
                    <a:pt x="0" y="125916"/>
                  </a:lnTo>
                  <a:close/>
                </a:path>
                <a:path w="38100" h="560069">
                  <a:moveTo>
                    <a:pt x="0" y="230268"/>
                  </a:moveTo>
                  <a:lnTo>
                    <a:pt x="0" y="225146"/>
                  </a:lnTo>
                  <a:lnTo>
                    <a:pt x="483" y="222728"/>
                  </a:lnTo>
                  <a:lnTo>
                    <a:pt x="16513" y="208704"/>
                  </a:lnTo>
                  <a:lnTo>
                    <a:pt x="21562" y="208704"/>
                  </a:lnTo>
                  <a:lnTo>
                    <a:pt x="38076" y="225146"/>
                  </a:lnTo>
                  <a:lnTo>
                    <a:pt x="38076" y="230268"/>
                  </a:lnTo>
                  <a:lnTo>
                    <a:pt x="21562" y="246710"/>
                  </a:lnTo>
                  <a:lnTo>
                    <a:pt x="16513" y="246710"/>
                  </a:lnTo>
                  <a:lnTo>
                    <a:pt x="0" y="230268"/>
                  </a:lnTo>
                  <a:close/>
                </a:path>
                <a:path w="38100" h="560069">
                  <a:moveTo>
                    <a:pt x="0" y="334620"/>
                  </a:moveTo>
                  <a:lnTo>
                    <a:pt x="0" y="329498"/>
                  </a:lnTo>
                  <a:lnTo>
                    <a:pt x="483" y="327080"/>
                  </a:lnTo>
                  <a:lnTo>
                    <a:pt x="16513" y="313056"/>
                  </a:lnTo>
                  <a:lnTo>
                    <a:pt x="21562" y="313056"/>
                  </a:lnTo>
                  <a:lnTo>
                    <a:pt x="38076" y="329498"/>
                  </a:lnTo>
                  <a:lnTo>
                    <a:pt x="38076" y="334620"/>
                  </a:lnTo>
                  <a:lnTo>
                    <a:pt x="21562" y="351062"/>
                  </a:lnTo>
                  <a:lnTo>
                    <a:pt x="16513" y="351062"/>
                  </a:lnTo>
                  <a:lnTo>
                    <a:pt x="0" y="334620"/>
                  </a:lnTo>
                  <a:close/>
                </a:path>
                <a:path w="38100" h="560069">
                  <a:moveTo>
                    <a:pt x="0" y="438972"/>
                  </a:moveTo>
                  <a:lnTo>
                    <a:pt x="0" y="433850"/>
                  </a:lnTo>
                  <a:lnTo>
                    <a:pt x="483" y="431432"/>
                  </a:lnTo>
                  <a:lnTo>
                    <a:pt x="16513" y="417408"/>
                  </a:lnTo>
                  <a:lnTo>
                    <a:pt x="21562" y="417408"/>
                  </a:lnTo>
                  <a:lnTo>
                    <a:pt x="38076" y="433850"/>
                  </a:lnTo>
                  <a:lnTo>
                    <a:pt x="38076" y="438972"/>
                  </a:lnTo>
                  <a:lnTo>
                    <a:pt x="21562" y="455414"/>
                  </a:lnTo>
                  <a:lnTo>
                    <a:pt x="16513" y="455414"/>
                  </a:lnTo>
                  <a:lnTo>
                    <a:pt x="0" y="438972"/>
                  </a:lnTo>
                  <a:close/>
                </a:path>
                <a:path w="38100" h="560069">
                  <a:moveTo>
                    <a:pt x="0" y="543324"/>
                  </a:moveTo>
                  <a:lnTo>
                    <a:pt x="0" y="538202"/>
                  </a:lnTo>
                  <a:lnTo>
                    <a:pt x="483" y="535784"/>
                  </a:lnTo>
                  <a:lnTo>
                    <a:pt x="16513" y="521760"/>
                  </a:lnTo>
                  <a:lnTo>
                    <a:pt x="21562" y="521760"/>
                  </a:lnTo>
                  <a:lnTo>
                    <a:pt x="38076" y="538202"/>
                  </a:lnTo>
                  <a:lnTo>
                    <a:pt x="38076" y="543324"/>
                  </a:lnTo>
                  <a:lnTo>
                    <a:pt x="21562" y="559766"/>
                  </a:lnTo>
                  <a:lnTo>
                    <a:pt x="16513" y="559766"/>
                  </a:lnTo>
                  <a:lnTo>
                    <a:pt x="0" y="543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65639" y="13070374"/>
              <a:ext cx="428625" cy="390525"/>
            </a:xfrm>
            <a:custGeom>
              <a:avLst/>
              <a:gdLst/>
              <a:ahLst/>
              <a:cxnLst/>
              <a:rect l="l" t="t" r="r" b="b"/>
              <a:pathLst>
                <a:path w="428625" h="390525">
                  <a:moveTo>
                    <a:pt x="214112" y="351186"/>
                  </a:moveTo>
                  <a:lnTo>
                    <a:pt x="165022" y="346547"/>
                  </a:lnTo>
                  <a:lnTo>
                    <a:pt x="119957" y="333335"/>
                  </a:lnTo>
                  <a:lnTo>
                    <a:pt x="80201" y="312604"/>
                  </a:lnTo>
                  <a:lnTo>
                    <a:pt x="47042" y="285409"/>
                  </a:lnTo>
                  <a:lnTo>
                    <a:pt x="21764" y="252805"/>
                  </a:lnTo>
                  <a:lnTo>
                    <a:pt x="5655" y="215848"/>
                  </a:lnTo>
                  <a:lnTo>
                    <a:pt x="0" y="175591"/>
                  </a:lnTo>
                  <a:lnTo>
                    <a:pt x="5655" y="135337"/>
                  </a:lnTo>
                  <a:lnTo>
                    <a:pt x="21764" y="98380"/>
                  </a:lnTo>
                  <a:lnTo>
                    <a:pt x="47042" y="65776"/>
                  </a:lnTo>
                  <a:lnTo>
                    <a:pt x="80201" y="38581"/>
                  </a:lnTo>
                  <a:lnTo>
                    <a:pt x="119957" y="17850"/>
                  </a:lnTo>
                  <a:lnTo>
                    <a:pt x="165022" y="4637"/>
                  </a:lnTo>
                  <a:lnTo>
                    <a:pt x="214119" y="0"/>
                  </a:lnTo>
                  <a:lnTo>
                    <a:pt x="263209" y="4637"/>
                  </a:lnTo>
                  <a:lnTo>
                    <a:pt x="308293" y="17850"/>
                  </a:lnTo>
                  <a:lnTo>
                    <a:pt x="348075" y="38581"/>
                  </a:lnTo>
                  <a:lnTo>
                    <a:pt x="367252" y="54295"/>
                  </a:lnTo>
                  <a:lnTo>
                    <a:pt x="212907" y="54295"/>
                  </a:lnTo>
                  <a:lnTo>
                    <a:pt x="192319" y="57486"/>
                  </a:lnTo>
                  <a:lnTo>
                    <a:pt x="175447" y="66682"/>
                  </a:lnTo>
                  <a:lnTo>
                    <a:pt x="162743" y="81320"/>
                  </a:lnTo>
                  <a:lnTo>
                    <a:pt x="154658" y="100835"/>
                  </a:lnTo>
                  <a:lnTo>
                    <a:pt x="154529" y="107787"/>
                  </a:lnTo>
                  <a:lnTo>
                    <a:pt x="157336" y="113824"/>
                  </a:lnTo>
                  <a:lnTo>
                    <a:pt x="162454" y="118080"/>
                  </a:lnTo>
                  <a:lnTo>
                    <a:pt x="169254" y="119691"/>
                  </a:lnTo>
                  <a:lnTo>
                    <a:pt x="240445" y="119691"/>
                  </a:lnTo>
                  <a:lnTo>
                    <a:pt x="237557" y="134699"/>
                  </a:lnTo>
                  <a:lnTo>
                    <a:pt x="228272" y="150183"/>
                  </a:lnTo>
                  <a:lnTo>
                    <a:pt x="216325" y="164664"/>
                  </a:lnTo>
                  <a:lnTo>
                    <a:pt x="204605" y="181075"/>
                  </a:lnTo>
                  <a:lnTo>
                    <a:pt x="204605" y="181209"/>
                  </a:lnTo>
                  <a:lnTo>
                    <a:pt x="200579" y="189294"/>
                  </a:lnTo>
                  <a:lnTo>
                    <a:pt x="197307" y="198444"/>
                  </a:lnTo>
                  <a:lnTo>
                    <a:pt x="195039" y="208873"/>
                  </a:lnTo>
                  <a:lnTo>
                    <a:pt x="194132" y="219545"/>
                  </a:lnTo>
                  <a:lnTo>
                    <a:pt x="194026" y="232697"/>
                  </a:lnTo>
                  <a:lnTo>
                    <a:pt x="196436" y="236709"/>
                  </a:lnTo>
                  <a:lnTo>
                    <a:pt x="201257" y="241524"/>
                  </a:lnTo>
                  <a:lnTo>
                    <a:pt x="203399" y="242861"/>
                  </a:lnTo>
                  <a:lnTo>
                    <a:pt x="206077" y="243530"/>
                  </a:lnTo>
                  <a:lnTo>
                    <a:pt x="207818" y="243931"/>
                  </a:lnTo>
                  <a:lnTo>
                    <a:pt x="213308" y="245268"/>
                  </a:lnTo>
                  <a:lnTo>
                    <a:pt x="409204" y="245268"/>
                  </a:lnTo>
                  <a:lnTo>
                    <a:pt x="402446" y="259310"/>
                  </a:lnTo>
                  <a:lnTo>
                    <a:pt x="210898" y="259310"/>
                  </a:lnTo>
                  <a:lnTo>
                    <a:pt x="202345" y="260775"/>
                  </a:lnTo>
                  <a:lnTo>
                    <a:pt x="195800" y="264910"/>
                  </a:lnTo>
                  <a:lnTo>
                    <a:pt x="191616" y="271328"/>
                  </a:lnTo>
                  <a:lnTo>
                    <a:pt x="190143" y="279638"/>
                  </a:lnTo>
                  <a:lnTo>
                    <a:pt x="191825" y="287637"/>
                  </a:lnTo>
                  <a:lnTo>
                    <a:pt x="196369" y="294282"/>
                  </a:lnTo>
                  <a:lnTo>
                    <a:pt x="203023" y="298820"/>
                  </a:lnTo>
                  <a:lnTo>
                    <a:pt x="211032" y="300500"/>
                  </a:lnTo>
                  <a:lnTo>
                    <a:pt x="363034" y="300500"/>
                  </a:lnTo>
                  <a:lnTo>
                    <a:pt x="333554" y="321363"/>
                  </a:lnTo>
                  <a:lnTo>
                    <a:pt x="333554" y="345435"/>
                  </a:lnTo>
                  <a:lnTo>
                    <a:pt x="267807" y="345435"/>
                  </a:lnTo>
                  <a:lnTo>
                    <a:pt x="254747" y="347857"/>
                  </a:lnTo>
                  <a:lnTo>
                    <a:pt x="241462" y="349665"/>
                  </a:lnTo>
                  <a:lnTo>
                    <a:pt x="227925" y="350795"/>
                  </a:lnTo>
                  <a:lnTo>
                    <a:pt x="214112" y="351186"/>
                  </a:lnTo>
                  <a:close/>
                </a:path>
                <a:path w="428625" h="390525">
                  <a:moveTo>
                    <a:pt x="409204" y="245268"/>
                  </a:moveTo>
                  <a:lnTo>
                    <a:pt x="213308" y="245268"/>
                  </a:lnTo>
                  <a:lnTo>
                    <a:pt x="218530" y="243396"/>
                  </a:lnTo>
                  <a:lnTo>
                    <a:pt x="222012" y="239785"/>
                  </a:lnTo>
                  <a:lnTo>
                    <a:pt x="224824" y="236977"/>
                  </a:lnTo>
                  <a:lnTo>
                    <a:pt x="226431" y="233232"/>
                  </a:lnTo>
                  <a:lnTo>
                    <a:pt x="226431" y="226545"/>
                  </a:lnTo>
                  <a:lnTo>
                    <a:pt x="233858" y="196027"/>
                  </a:lnTo>
                  <a:lnTo>
                    <a:pt x="250199" y="172868"/>
                  </a:lnTo>
                  <a:lnTo>
                    <a:pt x="266539" y="148630"/>
                  </a:lnTo>
                  <a:lnTo>
                    <a:pt x="273878" y="115278"/>
                  </a:lnTo>
                  <a:lnTo>
                    <a:pt x="273894" y="114476"/>
                  </a:lnTo>
                  <a:lnTo>
                    <a:pt x="269473" y="90178"/>
                  </a:lnTo>
                  <a:lnTo>
                    <a:pt x="256894" y="71045"/>
                  </a:lnTo>
                  <a:lnTo>
                    <a:pt x="237587" y="58683"/>
                  </a:lnTo>
                  <a:lnTo>
                    <a:pt x="212907" y="54295"/>
                  </a:lnTo>
                  <a:lnTo>
                    <a:pt x="367252" y="54295"/>
                  </a:lnTo>
                  <a:lnTo>
                    <a:pt x="381263" y="65776"/>
                  </a:lnTo>
                  <a:lnTo>
                    <a:pt x="406566" y="98380"/>
                  </a:lnTo>
                  <a:lnTo>
                    <a:pt x="422695" y="135337"/>
                  </a:lnTo>
                  <a:lnTo>
                    <a:pt x="428358" y="175592"/>
                  </a:lnTo>
                  <a:lnTo>
                    <a:pt x="421585" y="219545"/>
                  </a:lnTo>
                  <a:lnTo>
                    <a:pt x="409204" y="245268"/>
                  </a:lnTo>
                  <a:close/>
                </a:path>
                <a:path w="428625" h="390525">
                  <a:moveTo>
                    <a:pt x="240445" y="119691"/>
                  </a:moveTo>
                  <a:lnTo>
                    <a:pt x="178092" y="119691"/>
                  </a:lnTo>
                  <a:lnTo>
                    <a:pt x="183849" y="114476"/>
                  </a:lnTo>
                  <a:lnTo>
                    <a:pt x="185590" y="107521"/>
                  </a:lnTo>
                  <a:lnTo>
                    <a:pt x="189507" y="97840"/>
                  </a:lnTo>
                  <a:lnTo>
                    <a:pt x="195533" y="90754"/>
                  </a:lnTo>
                  <a:lnTo>
                    <a:pt x="203517" y="86402"/>
                  </a:lnTo>
                  <a:lnTo>
                    <a:pt x="213308" y="84920"/>
                  </a:lnTo>
                  <a:lnTo>
                    <a:pt x="225477" y="87256"/>
                  </a:lnTo>
                  <a:lnTo>
                    <a:pt x="234231" y="93680"/>
                  </a:lnTo>
                  <a:lnTo>
                    <a:pt x="239520" y="103313"/>
                  </a:lnTo>
                  <a:lnTo>
                    <a:pt x="241294" y="115278"/>
                  </a:lnTo>
                  <a:lnTo>
                    <a:pt x="240445" y="119691"/>
                  </a:lnTo>
                  <a:close/>
                </a:path>
                <a:path w="428625" h="390525">
                  <a:moveTo>
                    <a:pt x="363034" y="300500"/>
                  </a:moveTo>
                  <a:lnTo>
                    <a:pt x="211032" y="300500"/>
                  </a:lnTo>
                  <a:lnTo>
                    <a:pt x="219353" y="299009"/>
                  </a:lnTo>
                  <a:lnTo>
                    <a:pt x="225778" y="294783"/>
                  </a:lnTo>
                  <a:lnTo>
                    <a:pt x="229919" y="288201"/>
                  </a:lnTo>
                  <a:lnTo>
                    <a:pt x="231385" y="279638"/>
                  </a:lnTo>
                  <a:lnTo>
                    <a:pt x="229766" y="271704"/>
                  </a:lnTo>
                  <a:lnTo>
                    <a:pt x="225360" y="265211"/>
                  </a:lnTo>
                  <a:lnTo>
                    <a:pt x="218844" y="260850"/>
                  </a:lnTo>
                  <a:lnTo>
                    <a:pt x="210898" y="259310"/>
                  </a:lnTo>
                  <a:lnTo>
                    <a:pt x="402446" y="259310"/>
                  </a:lnTo>
                  <a:lnTo>
                    <a:pt x="372489" y="293810"/>
                  </a:lnTo>
                  <a:lnTo>
                    <a:pt x="363034" y="300500"/>
                  </a:lnTo>
                  <a:close/>
                </a:path>
                <a:path w="428625" h="390525">
                  <a:moveTo>
                    <a:pt x="330387" y="390282"/>
                  </a:moveTo>
                  <a:lnTo>
                    <a:pt x="320158" y="390282"/>
                  </a:lnTo>
                  <a:lnTo>
                    <a:pt x="317352" y="387829"/>
                  </a:lnTo>
                  <a:lnTo>
                    <a:pt x="267807" y="345435"/>
                  </a:lnTo>
                  <a:lnTo>
                    <a:pt x="333554" y="345435"/>
                  </a:lnTo>
                  <a:lnTo>
                    <a:pt x="333554" y="388765"/>
                  </a:lnTo>
                  <a:lnTo>
                    <a:pt x="330387" y="390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40479" y="14165740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261766" y="523549"/>
                  </a:moveTo>
                  <a:lnTo>
                    <a:pt x="214702" y="519335"/>
                  </a:lnTo>
                  <a:lnTo>
                    <a:pt x="170409" y="507183"/>
                  </a:lnTo>
                  <a:lnTo>
                    <a:pt x="129628" y="487832"/>
                  </a:lnTo>
                  <a:lnTo>
                    <a:pt x="93095" y="462018"/>
                  </a:lnTo>
                  <a:lnTo>
                    <a:pt x="61549" y="430480"/>
                  </a:lnTo>
                  <a:lnTo>
                    <a:pt x="35729" y="393954"/>
                  </a:lnTo>
                  <a:lnTo>
                    <a:pt x="16371" y="353177"/>
                  </a:lnTo>
                  <a:lnTo>
                    <a:pt x="4215" y="308888"/>
                  </a:lnTo>
                  <a:lnTo>
                    <a:pt x="0" y="261824"/>
                  </a:lnTo>
                  <a:lnTo>
                    <a:pt x="4215" y="214764"/>
                  </a:lnTo>
                  <a:lnTo>
                    <a:pt x="16371" y="170471"/>
                  </a:lnTo>
                  <a:lnTo>
                    <a:pt x="35729" y="129683"/>
                  </a:lnTo>
                  <a:lnTo>
                    <a:pt x="61549" y="93140"/>
                  </a:lnTo>
                  <a:lnTo>
                    <a:pt x="93095" y="61582"/>
                  </a:lnTo>
                  <a:lnTo>
                    <a:pt x="129628" y="35749"/>
                  </a:lnTo>
                  <a:lnTo>
                    <a:pt x="170409" y="16382"/>
                  </a:lnTo>
                  <a:lnTo>
                    <a:pt x="214702" y="4218"/>
                  </a:lnTo>
                  <a:lnTo>
                    <a:pt x="261766" y="0"/>
                  </a:lnTo>
                  <a:lnTo>
                    <a:pt x="308800" y="4218"/>
                  </a:lnTo>
                  <a:lnTo>
                    <a:pt x="353076" y="16382"/>
                  </a:lnTo>
                  <a:lnTo>
                    <a:pt x="393853" y="35750"/>
                  </a:lnTo>
                  <a:lnTo>
                    <a:pt x="430391" y="61584"/>
                  </a:lnTo>
                  <a:lnTo>
                    <a:pt x="461948" y="93143"/>
                  </a:lnTo>
                  <a:lnTo>
                    <a:pt x="487783" y="129688"/>
                  </a:lnTo>
                  <a:lnTo>
                    <a:pt x="507155" y="170478"/>
                  </a:lnTo>
                  <a:lnTo>
                    <a:pt x="519324" y="214776"/>
                  </a:lnTo>
                  <a:lnTo>
                    <a:pt x="523549" y="261840"/>
                  </a:lnTo>
                  <a:lnTo>
                    <a:pt x="519329" y="308904"/>
                  </a:lnTo>
                  <a:lnTo>
                    <a:pt x="507164" y="353192"/>
                  </a:lnTo>
                  <a:lnTo>
                    <a:pt x="487794" y="393966"/>
                  </a:lnTo>
                  <a:lnTo>
                    <a:pt x="461960" y="430489"/>
                  </a:lnTo>
                  <a:lnTo>
                    <a:pt x="430403" y="462025"/>
                  </a:lnTo>
                  <a:lnTo>
                    <a:pt x="393864" y="487836"/>
                  </a:lnTo>
                  <a:lnTo>
                    <a:pt x="353085" y="507185"/>
                  </a:lnTo>
                  <a:lnTo>
                    <a:pt x="308805" y="519335"/>
                  </a:lnTo>
                  <a:lnTo>
                    <a:pt x="261766" y="523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594872" y="14258874"/>
              <a:ext cx="447675" cy="333375"/>
            </a:xfrm>
            <a:custGeom>
              <a:avLst/>
              <a:gdLst/>
              <a:ahLst/>
              <a:cxnLst/>
              <a:rect l="l" t="t" r="r" b="b"/>
              <a:pathLst>
                <a:path w="447675" h="333375">
                  <a:moveTo>
                    <a:pt x="223698" y="203605"/>
                  </a:moveTo>
                  <a:lnTo>
                    <a:pt x="0" y="101795"/>
                  </a:lnTo>
                  <a:lnTo>
                    <a:pt x="223698" y="0"/>
                  </a:lnTo>
                  <a:lnTo>
                    <a:pt x="447396" y="101795"/>
                  </a:lnTo>
                  <a:lnTo>
                    <a:pt x="223698" y="203605"/>
                  </a:lnTo>
                  <a:close/>
                </a:path>
                <a:path w="447675" h="333375">
                  <a:moveTo>
                    <a:pt x="27964" y="240613"/>
                  </a:moveTo>
                  <a:lnTo>
                    <a:pt x="9321" y="240613"/>
                  </a:lnTo>
                  <a:lnTo>
                    <a:pt x="18642" y="129562"/>
                  </a:lnTo>
                  <a:lnTo>
                    <a:pt x="27964" y="134642"/>
                  </a:lnTo>
                  <a:lnTo>
                    <a:pt x="27964" y="240613"/>
                  </a:lnTo>
                  <a:close/>
                </a:path>
                <a:path w="447675" h="333375">
                  <a:moveTo>
                    <a:pt x="363504" y="227113"/>
                  </a:moveTo>
                  <a:lnTo>
                    <a:pt x="223698" y="227113"/>
                  </a:lnTo>
                  <a:lnTo>
                    <a:pt x="363504" y="163521"/>
                  </a:lnTo>
                  <a:lnTo>
                    <a:pt x="363504" y="227113"/>
                  </a:lnTo>
                  <a:close/>
                </a:path>
                <a:path w="447675" h="333375">
                  <a:moveTo>
                    <a:pt x="93199" y="273376"/>
                  </a:moveTo>
                  <a:lnTo>
                    <a:pt x="93199" y="167683"/>
                  </a:lnTo>
                  <a:lnTo>
                    <a:pt x="223698" y="227113"/>
                  </a:lnTo>
                  <a:lnTo>
                    <a:pt x="363504" y="227113"/>
                  </a:lnTo>
                  <a:lnTo>
                    <a:pt x="363504" y="268351"/>
                  </a:lnTo>
                  <a:lnTo>
                    <a:pt x="326219" y="268351"/>
                  </a:lnTo>
                  <a:lnTo>
                    <a:pt x="130484" y="268365"/>
                  </a:lnTo>
                  <a:lnTo>
                    <a:pt x="120555" y="268669"/>
                  </a:lnTo>
                  <a:lnTo>
                    <a:pt x="111106" y="269607"/>
                  </a:lnTo>
                  <a:lnTo>
                    <a:pt x="102025" y="271219"/>
                  </a:lnTo>
                  <a:lnTo>
                    <a:pt x="94203" y="273278"/>
                  </a:lnTo>
                  <a:lnTo>
                    <a:pt x="93662" y="273278"/>
                  </a:lnTo>
                  <a:lnTo>
                    <a:pt x="93199" y="273376"/>
                  </a:lnTo>
                  <a:close/>
                </a:path>
                <a:path w="447675" h="333375">
                  <a:moveTo>
                    <a:pt x="37280" y="333153"/>
                  </a:moveTo>
                  <a:lnTo>
                    <a:pt x="0" y="333153"/>
                  </a:lnTo>
                  <a:lnTo>
                    <a:pt x="17815" y="286890"/>
                  </a:lnTo>
                  <a:lnTo>
                    <a:pt x="10857" y="285203"/>
                  </a:lnTo>
                  <a:lnTo>
                    <a:pt x="5196" y="281203"/>
                  </a:lnTo>
                  <a:lnTo>
                    <a:pt x="1392" y="275415"/>
                  </a:lnTo>
                  <a:lnTo>
                    <a:pt x="2" y="268351"/>
                  </a:lnTo>
                  <a:lnTo>
                    <a:pt x="1470" y="261183"/>
                  </a:lnTo>
                  <a:lnTo>
                    <a:pt x="5473" y="255302"/>
                  </a:lnTo>
                  <a:lnTo>
                    <a:pt x="11401" y="251328"/>
                  </a:lnTo>
                  <a:lnTo>
                    <a:pt x="18642" y="249868"/>
                  </a:lnTo>
                  <a:lnTo>
                    <a:pt x="25878" y="251328"/>
                  </a:lnTo>
                  <a:lnTo>
                    <a:pt x="31806" y="255302"/>
                  </a:lnTo>
                  <a:lnTo>
                    <a:pt x="35813" y="261183"/>
                  </a:lnTo>
                  <a:lnTo>
                    <a:pt x="37282" y="268351"/>
                  </a:lnTo>
                  <a:lnTo>
                    <a:pt x="37285" y="277454"/>
                  </a:lnTo>
                  <a:lnTo>
                    <a:pt x="30753" y="284955"/>
                  </a:lnTo>
                  <a:lnTo>
                    <a:pt x="22090" y="286528"/>
                  </a:lnTo>
                  <a:lnTo>
                    <a:pt x="37280" y="333153"/>
                  </a:lnTo>
                  <a:close/>
                </a:path>
                <a:path w="447675" h="333375">
                  <a:moveTo>
                    <a:pt x="363420" y="273738"/>
                  </a:moveTo>
                  <a:lnTo>
                    <a:pt x="354664" y="271452"/>
                  </a:lnTo>
                  <a:lnTo>
                    <a:pt x="345508" y="269761"/>
                  </a:lnTo>
                  <a:lnTo>
                    <a:pt x="336007" y="268712"/>
                  </a:lnTo>
                  <a:lnTo>
                    <a:pt x="326219" y="268351"/>
                  </a:lnTo>
                  <a:lnTo>
                    <a:pt x="363504" y="268351"/>
                  </a:lnTo>
                  <a:lnTo>
                    <a:pt x="363420" y="273738"/>
                  </a:lnTo>
                  <a:close/>
                </a:path>
                <a:path w="447675" h="333375">
                  <a:moveTo>
                    <a:pt x="225828" y="317426"/>
                  </a:moveTo>
                  <a:lnTo>
                    <a:pt x="210446" y="299878"/>
                  </a:lnTo>
                  <a:lnTo>
                    <a:pt x="187418" y="284112"/>
                  </a:lnTo>
                  <a:lnTo>
                    <a:pt x="159759" y="272737"/>
                  </a:lnTo>
                  <a:lnTo>
                    <a:pt x="130484" y="268365"/>
                  </a:lnTo>
                  <a:lnTo>
                    <a:pt x="326126" y="268365"/>
                  </a:lnTo>
                  <a:lnTo>
                    <a:pt x="297002" y="272737"/>
                  </a:lnTo>
                  <a:lnTo>
                    <a:pt x="269439" y="284075"/>
                  </a:lnTo>
                  <a:lnTo>
                    <a:pt x="246434" y="299788"/>
                  </a:lnTo>
                  <a:lnTo>
                    <a:pt x="231057" y="317231"/>
                  </a:lnTo>
                  <a:lnTo>
                    <a:pt x="225828" y="317426"/>
                  </a:lnTo>
                  <a:close/>
                </a:path>
                <a:path w="447675" h="333375">
                  <a:moveTo>
                    <a:pt x="93199" y="273543"/>
                  </a:moveTo>
                  <a:lnTo>
                    <a:pt x="93662" y="273278"/>
                  </a:lnTo>
                  <a:lnTo>
                    <a:pt x="94203" y="273278"/>
                  </a:lnTo>
                  <a:lnTo>
                    <a:pt x="93199" y="273543"/>
                  </a:lnTo>
                  <a:close/>
                </a:path>
                <a:path w="447675" h="333375">
                  <a:moveTo>
                    <a:pt x="37285" y="333167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251213" y="13024363"/>
            <a:ext cx="1965325" cy="6654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340"/>
              </a:spcBef>
            </a:pPr>
            <a:r>
              <a:rPr sz="1200" spc="-9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Drop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in</a:t>
            </a:r>
            <a:r>
              <a:rPr sz="1200" spc="-1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to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Career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Hub </a:t>
            </a:r>
            <a:r>
              <a:rPr sz="1200" spc="-3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(Location: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Percy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Gee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2nd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floor)</a:t>
            </a:r>
            <a:r>
              <a:rPr sz="1200" spc="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to 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ask </a:t>
            </a:r>
            <a:r>
              <a:rPr sz="1200" spc="-2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questions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and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get </a:t>
            </a:r>
            <a:r>
              <a:rPr sz="1200" spc="-6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help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with </a:t>
            </a:r>
            <a:r>
              <a:rPr sz="1200" spc="-9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your</a:t>
            </a:r>
            <a:r>
              <a:rPr sz="120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next</a:t>
            </a:r>
            <a:r>
              <a:rPr sz="1200" spc="-5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 panose="02040502050405020303" pitchFamily="18" charset="0"/>
                <a:cs typeface="Calibri"/>
              </a:rPr>
              <a:t>step</a:t>
            </a:r>
            <a:endParaRPr sz="1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92455" y="3308232"/>
            <a:ext cx="31736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Meet new people and build your skills by joining a society like </a:t>
            </a:r>
            <a:r>
              <a:rPr lang="en-GB" sz="1400" u="sng" dirty="0">
                <a:latin typeface="Georgia" panose="02040502050405020303" pitchFamily="18" charset="0"/>
                <a:hlinkClick r:id="rId10"/>
              </a:rPr>
              <a:t>Criminology society</a:t>
            </a:r>
            <a:r>
              <a:rPr lang="en-GB" sz="1400" dirty="0">
                <a:latin typeface="Georgia" panose="02040502050405020303" pitchFamily="18" charset="0"/>
              </a:rPr>
              <a:t> or </a:t>
            </a:r>
            <a:r>
              <a:rPr lang="en-GB" sz="1400" u="sng" dirty="0">
                <a:latin typeface="Georgia" panose="02040502050405020303" pitchFamily="18" charset="0"/>
                <a:hlinkClick r:id="rId11"/>
              </a:rPr>
              <a:t>Pro Bono</a:t>
            </a:r>
            <a:r>
              <a:rPr lang="en-GB" sz="1400" dirty="0">
                <a:latin typeface="Georgia" panose="02040502050405020303" pitchFamily="18" charset="0"/>
              </a:rPr>
              <a:t>, </a:t>
            </a:r>
            <a:r>
              <a:rPr lang="en-GB" sz="1400" u="sng" dirty="0">
                <a:latin typeface="Georgia" panose="02040502050405020303" pitchFamily="18" charset="0"/>
                <a:hlinkClick r:id="rId12"/>
              </a:rPr>
              <a:t>Volunteering</a:t>
            </a:r>
            <a:r>
              <a:rPr lang="en-GB" sz="1400" dirty="0">
                <a:latin typeface="Georgia" panose="02040502050405020303" pitchFamily="18" charset="0"/>
              </a:rPr>
              <a:t> or finding a part-time job</a:t>
            </a:r>
            <a:r>
              <a:rPr lang="en-GB" sz="1400" dirty="0" smtClean="0">
                <a:latin typeface="Georgia" panose="02040502050405020303" pitchFamily="18" charset="0"/>
              </a:rPr>
              <a:t>​​.</a:t>
            </a:r>
            <a:r>
              <a:rPr lang="en-GB" sz="1400" dirty="0">
                <a:latin typeface="Georgia" panose="02040502050405020303" pitchFamily="18" charset="0"/>
              </a:rPr>
              <a:t> 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Apply for an insight programme with a graduate </a:t>
            </a:r>
            <a:r>
              <a:rPr lang="en-GB" sz="1400" dirty="0" smtClean="0">
                <a:latin typeface="Georgia" panose="02040502050405020303" pitchFamily="18" charset="0"/>
              </a:rPr>
              <a:t>employer.</a:t>
            </a:r>
            <a:r>
              <a:rPr lang="en-GB" sz="1400" dirty="0">
                <a:latin typeface="Georgia" panose="02040502050405020303" pitchFamily="18" charset="0"/>
              </a:rPr>
              <a:t> 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Utilise the insight day offered where you could attend locations such as the Crown Court. 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Complete Core Module CR1002 ‘Criminal Justice in action’ and discover your unique strengths and skills. 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95064" y="3206480"/>
            <a:ext cx="319391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Seek out opportunities to gain significant, CV-enhancing experience alongside your </a:t>
            </a:r>
            <a:r>
              <a:rPr lang="en-GB" sz="1400" dirty="0" smtClean="0">
                <a:latin typeface="Georgia" panose="02040502050405020303" pitchFamily="18" charset="0"/>
              </a:rPr>
              <a:t>studies.</a:t>
            </a:r>
            <a:r>
              <a:rPr lang="en-GB" sz="1400" dirty="0">
                <a:latin typeface="Georgia" panose="02040502050405020303" pitchFamily="18" charset="0"/>
              </a:rPr>
              <a:t> 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Think about relevant voluntary experience in areas that interest </a:t>
            </a:r>
            <a:r>
              <a:rPr lang="en-GB" sz="1400" dirty="0" smtClean="0">
                <a:latin typeface="Georgia" panose="02040502050405020303" pitchFamily="18" charset="0"/>
              </a:rPr>
              <a:t>you.</a:t>
            </a:r>
            <a:endParaRPr lang="en-GB" sz="1400" dirty="0">
              <a:latin typeface="Georgia" panose="02040502050405020303" pitchFamily="18" charset="0"/>
            </a:endParaRP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Summer internships that develop teamwork, leadership and communication skills are also </a:t>
            </a:r>
            <a:r>
              <a:rPr lang="en-GB" sz="1400" dirty="0" smtClean="0">
                <a:latin typeface="Georgia" panose="02040502050405020303" pitchFamily="18" charset="0"/>
              </a:rPr>
              <a:t>helpful.</a:t>
            </a:r>
            <a:endParaRPr lang="en-GB" sz="1400" dirty="0">
              <a:latin typeface="Georgia" panose="02040502050405020303" pitchFamily="18" charset="0"/>
            </a:endParaRP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Consider the benefits of an optional year or semester studying abroad before final year.  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Complete Core Module CR2008 ‘Punishment and Rehabilitation’ to develop your expertise and apply your skills to enhance your employability. 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8615" y="3206314"/>
            <a:ext cx="30687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Choose a module which provides you with an opportunity to gain real world experience and utilise the integrated modules developing your </a:t>
            </a:r>
            <a:r>
              <a:rPr lang="en-GB" sz="1400" dirty="0" smtClean="0">
                <a:latin typeface="Georgia" panose="02040502050405020303" pitchFamily="18" charset="0"/>
              </a:rPr>
              <a:t>knowledge.</a:t>
            </a:r>
            <a:endParaRPr lang="en-GB" sz="1400" dirty="0">
              <a:latin typeface="Georgia" panose="02040502050405020303" pitchFamily="18" charset="0"/>
            </a:endParaRP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Speak with your project supervisor or the School Careers Tutor about other activities and </a:t>
            </a:r>
            <a:r>
              <a:rPr lang="en-GB" sz="1400" dirty="0" smtClean="0">
                <a:latin typeface="Georgia" panose="02040502050405020303" pitchFamily="18" charset="0"/>
              </a:rPr>
              <a:t>support.</a:t>
            </a:r>
            <a:endParaRPr lang="en-GB" sz="1400" dirty="0">
              <a:latin typeface="Georgia" panose="02040502050405020303" pitchFamily="18" charset="0"/>
            </a:endParaRP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Attend a Criminology focused Careers event that provides the opportunity to speak with employers.   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Complete module CR3008 ‘Student Project’ and apply to an area of your </a:t>
            </a:r>
            <a:r>
              <a:rPr lang="en-GB" sz="1400" dirty="0" smtClean="0">
                <a:latin typeface="Georgia" panose="02040502050405020303" pitchFamily="18" charset="0"/>
              </a:rPr>
              <a:t>interest or </a:t>
            </a:r>
            <a:r>
              <a:rPr lang="en-GB" sz="1400" dirty="0">
                <a:latin typeface="Georgia" panose="02040502050405020303" pitchFamily="18" charset="0"/>
              </a:rPr>
              <a:t>project of your choice. 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-8707" y="7621091"/>
            <a:ext cx="4722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 Black" panose="020B0A04020102020204" pitchFamily="34" charset="0"/>
              </a:rPr>
              <a:t>What career options can I pursue?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039" y="8601465"/>
            <a:ext cx="3564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Civil Service, Local and Central Government roles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Police Force, Prison and Probation </a:t>
            </a:r>
            <a:r>
              <a:rPr lang="en-GB" sz="1400" dirty="0" smtClean="0">
                <a:latin typeface="Georgia" panose="02040502050405020303" pitchFamily="18" charset="0"/>
              </a:rPr>
              <a:t>Services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Georgia" panose="02040502050405020303" pitchFamily="18" charset="0"/>
              </a:rPr>
              <a:t>Legal </a:t>
            </a:r>
            <a:r>
              <a:rPr lang="en-GB" sz="1400" dirty="0">
                <a:latin typeface="Georgia" panose="02040502050405020303" pitchFamily="18" charset="0"/>
              </a:rPr>
              <a:t>roles (Paralegal)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Community Development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Social Research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Counselling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98537" y="11229188"/>
            <a:ext cx="2650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u="sng" dirty="0" smtClean="0">
                <a:latin typeface="Arial Black" panose="020B0A04020102020204" pitchFamily="34" charset="0"/>
                <a:cs typeface="Calibri"/>
              </a:rPr>
              <a:t>Skills provided by course</a:t>
            </a:r>
          </a:p>
          <a:p>
            <a:endParaRPr lang="en-GB" dirty="0"/>
          </a:p>
        </p:txBody>
      </p:sp>
      <p:sp>
        <p:nvSpPr>
          <p:cNvPr id="64" name="TextBox 63"/>
          <p:cNvSpPr txBox="1"/>
          <p:nvPr/>
        </p:nvSpPr>
        <p:spPr>
          <a:xfrm>
            <a:off x="4113763" y="11229188"/>
            <a:ext cx="2520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 smtClean="0">
                <a:latin typeface="Arial Black" panose="020B0A04020102020204" pitchFamily="34" charset="0"/>
              </a:rPr>
              <a:t>Skills required by employers</a:t>
            </a:r>
            <a:endParaRPr lang="en-GB" u="sng" dirty="0">
              <a:latin typeface="Arial Black" panose="020B0A040201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83776" y="11875519"/>
            <a:ext cx="2764782" cy="270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 </a:t>
            </a:r>
            <a:r>
              <a:rPr lang="en-GB" sz="1200" dirty="0" smtClean="0">
                <a:latin typeface="Georgia" panose="02040502050405020303" pitchFamily="18" charset="0"/>
              </a:rPr>
              <a:t>Generate </a:t>
            </a:r>
            <a:r>
              <a:rPr lang="en-GB" sz="1200" dirty="0">
                <a:latin typeface="Georgia" panose="02040502050405020303" pitchFamily="18" charset="0"/>
              </a:rPr>
              <a:t>and evaluate evidence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Make reasoned arguments and ethical judgements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Develop and present a cohesive argument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Research and solve problems or conflict that may arise when working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Gain an understanding of the agencies involved within the criminal justice system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Collect, analyse and interpret data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Write clear and concise reports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Work effectively in a team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52576" y="12003063"/>
            <a:ext cx="25695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 smtClean="0">
                <a:latin typeface="Georgia" panose="02040502050405020303" pitchFamily="18" charset="0"/>
              </a:rPr>
              <a:t>Communicate </a:t>
            </a:r>
            <a:r>
              <a:rPr lang="en-GB" sz="1200" dirty="0">
                <a:latin typeface="Georgia" panose="02040502050405020303" pitchFamily="18" charset="0"/>
              </a:rPr>
              <a:t>clearly and effectively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Work in a team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Solve problems and make decisions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Lead and influence others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excellent interpersonal skills and the ability to relate to others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Georgia" panose="02040502050405020303" pitchFamily="18" charset="0"/>
              </a:rPr>
              <a:t>An understanding of working with challenging individuals who may have social or personal difficulties 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latin typeface="Georgia" panose="02040502050405020303" pitchFamily="18" charset="0"/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52" y="7936894"/>
            <a:ext cx="3145691" cy="3210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535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Arial Black</vt:lpstr>
      <vt:lpstr>Calibri</vt:lpstr>
      <vt:lpstr>Georgia</vt:lpstr>
      <vt:lpstr>Lucida Sans Unicode</vt:lpstr>
      <vt:lpstr>Palatino Linotype</vt:lpstr>
      <vt:lpstr>Source Sans 3</vt:lpstr>
      <vt:lpstr>Tahoma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Vaghela, Ayushi</dc:creator>
  <cp:lastModifiedBy>Vaghela, Ayushi</cp:lastModifiedBy>
  <cp:revision>7</cp:revision>
  <dcterms:created xsi:type="dcterms:W3CDTF">2022-07-26T09:34:05Z</dcterms:created>
  <dcterms:modified xsi:type="dcterms:W3CDTF">2022-07-26T10:46:49Z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2022-07-26T00:00:00Z</vt:filetime>
  </property>
  <property fmtid="{D5CDD505-2E9C-101B-9397-08002B2CF9AE}" pid="3" name="Creator">
    <vt:lpwstr>Piktochart</vt:lpwstr>
  </property>
  <property fmtid="{D5CDD505-2E9C-101B-9397-08002B2CF9AE}" pid="4" name="LastSaved">
    <vt:filetime>2022-07-26T00:00:00Z</vt:filetime>
  </property>
  <property fmtid="{D5CDD505-2E9C-101B-9397-08002B2CF9AE}" pid="5" name="Producer">
    <vt:lpwstr>Piktochart</vt:lpwstr>
  </property>
</Properties>
</file>